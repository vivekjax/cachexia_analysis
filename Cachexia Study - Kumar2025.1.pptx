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2" r:id="rId4"/>
    <p:sldMasterId id="2147483669" r:id="rId5"/>
    <p:sldMasterId id="2147483712" r:id="rId6"/>
  </p:sldMasterIdLst>
  <p:notesMasterIdLst>
    <p:notesMasterId r:id="rId14"/>
  </p:notesMasterIdLst>
  <p:sldIdLst>
    <p:sldId id="258" r:id="rId7"/>
    <p:sldId id="261" r:id="rId8"/>
    <p:sldId id="1076" r:id="rId9"/>
    <p:sldId id="1071" r:id="rId10"/>
    <p:sldId id="1077" r:id="rId11"/>
    <p:sldId id="1079" r:id="rId12"/>
    <p:sldId id="1078" r:id="rId13"/>
  </p:sldIdLst>
  <p:sldSz cx="12192000" cy="6858000"/>
  <p:notesSz cx="6858000" cy="9144000"/>
  <p:defaultTex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49"/>
    <p:restoredTop sz="94795"/>
  </p:normalViewPr>
  <p:slideViewPr>
    <p:cSldViewPr snapToGrid="0" snapToObjects="1">
      <p:cViewPr varScale="1">
        <p:scale>
          <a:sx n="120" d="100"/>
          <a:sy n="120" d="100"/>
        </p:scale>
        <p:origin x="80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5" Type="http://schemas.openxmlformats.org/officeDocument/2006/relationships/slideMaster" Target="slideMasters/slideMaster2.xml"/><Relationship Id="rId15" Type="http://schemas.openxmlformats.org/officeDocument/2006/relationships/presProps" Target="presProps.xml"/><Relationship Id="rId10" Type="http://schemas.openxmlformats.org/officeDocument/2006/relationships/slide" Target="slides/slide4.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Source Sans Pro" panose="020B050303040302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Source Sans Pro" panose="020B0503030403020204" pitchFamily="34" charset="0"/>
              </a:defRPr>
            </a:lvl1pPr>
          </a:lstStyle>
          <a:p>
            <a:fld id="{F4427079-B42F-EC41-8327-F69544592B90}" type="datetimeFigureOut">
              <a:rPr lang="en-US" smtClean="0"/>
              <a:pPr/>
              <a:t>11/17/25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Source Sans Pro" panose="020B0503030403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Source Sans Pro" panose="020B0503030403020204" pitchFamily="34" charset="0"/>
              </a:defRPr>
            </a:lvl1pPr>
          </a:lstStyle>
          <a:p>
            <a:fld id="{D9104375-74F5-8047-8871-259C1BCD0EB6}" type="slidenum">
              <a:rPr lang="en-US" smtClean="0"/>
              <a:pPr/>
              <a:t>‹#›</a:t>
            </a:fld>
            <a:endParaRPr lang="en-US" dirty="0"/>
          </a:p>
        </p:txBody>
      </p:sp>
    </p:spTree>
    <p:extLst>
      <p:ext uri="{BB962C8B-B14F-4D97-AF65-F5344CB8AC3E}">
        <p14:creationId xmlns:p14="http://schemas.microsoft.com/office/powerpoint/2010/main" val="2543989411"/>
      </p:ext>
    </p:extLst>
  </p:cSld>
  <p:clrMap bg1="lt1" tx1="dk1" bg2="lt2" tx2="dk2" accent1="accent1" accent2="accent2" accent3="accent3" accent4="accent4" accent5="accent5" accent6="accent6" hlink="hlink" folHlink="folHlink"/>
  <p:notesStyle>
    <a:lvl1pPr marL="0" algn="l" defTabSz="1219170" rtl="0" eaLnBrk="1" latinLnBrk="0" hangingPunct="1">
      <a:defRPr sz="1600" b="0" i="0" kern="1200">
        <a:solidFill>
          <a:schemeClr val="tx1"/>
        </a:solidFill>
        <a:latin typeface="Source Sans Pro" panose="020B0503030403020204" pitchFamily="34" charset="0"/>
        <a:ea typeface="+mn-ea"/>
        <a:cs typeface="+mn-cs"/>
      </a:defRPr>
    </a:lvl1pPr>
    <a:lvl2pPr marL="609585" algn="l" defTabSz="1219170" rtl="0" eaLnBrk="1" latinLnBrk="0" hangingPunct="1">
      <a:defRPr sz="1600" b="0" i="0" kern="1200">
        <a:solidFill>
          <a:schemeClr val="tx1"/>
        </a:solidFill>
        <a:latin typeface="Source Sans Pro" panose="020B0503030403020204" pitchFamily="34" charset="0"/>
        <a:ea typeface="+mn-ea"/>
        <a:cs typeface="+mn-cs"/>
      </a:defRPr>
    </a:lvl2pPr>
    <a:lvl3pPr marL="1219170" algn="l" defTabSz="1219170" rtl="0" eaLnBrk="1" latinLnBrk="0" hangingPunct="1">
      <a:defRPr sz="1600" b="0" i="0" kern="1200">
        <a:solidFill>
          <a:schemeClr val="tx1"/>
        </a:solidFill>
        <a:latin typeface="Source Sans Pro" panose="020B0503030403020204" pitchFamily="34" charset="0"/>
        <a:ea typeface="+mn-ea"/>
        <a:cs typeface="+mn-cs"/>
      </a:defRPr>
    </a:lvl3pPr>
    <a:lvl4pPr marL="1828754" algn="l" defTabSz="1219170" rtl="0" eaLnBrk="1" latinLnBrk="0" hangingPunct="1">
      <a:defRPr sz="1600" b="0" i="0" kern="1200">
        <a:solidFill>
          <a:schemeClr val="tx1"/>
        </a:solidFill>
        <a:latin typeface="Source Sans Pro" panose="020B0503030403020204" pitchFamily="34" charset="0"/>
        <a:ea typeface="+mn-ea"/>
        <a:cs typeface="+mn-cs"/>
      </a:defRPr>
    </a:lvl4pPr>
    <a:lvl5pPr marL="2438339" algn="l" defTabSz="1219170" rtl="0" eaLnBrk="1" latinLnBrk="0" hangingPunct="1">
      <a:defRPr sz="1600" b="0" i="0" kern="1200">
        <a:solidFill>
          <a:schemeClr val="tx1"/>
        </a:solidFill>
        <a:latin typeface="Source Sans Pro" panose="020B0503030403020204" pitchFamily="34" charset="0"/>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Alt Title Slide w/Logo">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233EB50-8758-C242-AC0A-914AE0C39B18}"/>
              </a:ext>
            </a:extLst>
          </p:cNvPr>
          <p:cNvSpPr/>
          <p:nvPr userDrawn="1"/>
        </p:nvSpPr>
        <p:spPr>
          <a:xfrm>
            <a:off x="-1" y="0"/>
            <a:ext cx="12192001" cy="6858000"/>
          </a:xfrm>
          <a:prstGeom prst="rect">
            <a:avLst/>
          </a:prstGeom>
          <a:solidFill>
            <a:srgbClr val="04A7F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Source Sans Pro" panose="020B0503030403020204" pitchFamily="34" charset="0"/>
            </a:endParaRPr>
          </a:p>
        </p:txBody>
      </p:sp>
      <p:pic>
        <p:nvPicPr>
          <p:cNvPr id="4" name="Picture 3">
            <a:extLst>
              <a:ext uri="{FF2B5EF4-FFF2-40B4-BE49-F238E27FC236}">
                <a16:creationId xmlns:a16="http://schemas.microsoft.com/office/drawing/2014/main" id="{D3C279D0-A85D-7B40-8A18-E48ED5D64CA9}"/>
              </a:ext>
            </a:extLst>
          </p:cNvPr>
          <p:cNvPicPr>
            <a:picLocks noChangeAspect="1"/>
          </p:cNvPicPr>
          <p:nvPr userDrawn="1"/>
        </p:nvPicPr>
        <p:blipFill>
          <a:blip r:embed="rId2"/>
          <a:srcRect l="3189" r="3189"/>
          <a:stretch/>
        </p:blipFill>
        <p:spPr>
          <a:xfrm>
            <a:off x="-1" y="0"/>
            <a:ext cx="12192000" cy="6858000"/>
          </a:xfrm>
          <a:prstGeom prst="rect">
            <a:avLst/>
          </a:prstGeom>
        </p:spPr>
      </p:pic>
      <p:sp>
        <p:nvSpPr>
          <p:cNvPr id="5" name="Rectangle 4">
            <a:extLst>
              <a:ext uri="{FF2B5EF4-FFF2-40B4-BE49-F238E27FC236}">
                <a16:creationId xmlns:a16="http://schemas.microsoft.com/office/drawing/2014/main" id="{2F5B142A-BD2B-6044-9339-40FF387731E8}"/>
              </a:ext>
            </a:extLst>
          </p:cNvPr>
          <p:cNvSpPr/>
          <p:nvPr userDrawn="1"/>
        </p:nvSpPr>
        <p:spPr>
          <a:xfrm>
            <a:off x="0" y="1204813"/>
            <a:ext cx="12192000" cy="4653643"/>
          </a:xfrm>
          <a:prstGeom prst="rect">
            <a:avLst/>
          </a:prstGeom>
          <a:solidFill>
            <a:schemeClr val="bg2">
              <a:lumMod val="50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Source Sans Pro" panose="020B0503030403020204" pitchFamily="34" charset="0"/>
            </a:endParaRPr>
          </a:p>
        </p:txBody>
      </p:sp>
      <p:sp>
        <p:nvSpPr>
          <p:cNvPr id="7" name="Text Placeholder 7">
            <a:extLst>
              <a:ext uri="{FF2B5EF4-FFF2-40B4-BE49-F238E27FC236}">
                <a16:creationId xmlns:a16="http://schemas.microsoft.com/office/drawing/2014/main" id="{776A90FC-CF97-CD4C-9263-F6302CF7B756}"/>
              </a:ext>
            </a:extLst>
          </p:cNvPr>
          <p:cNvSpPr>
            <a:spLocks noGrp="1"/>
          </p:cNvSpPr>
          <p:nvPr>
            <p:ph type="body" sz="quarter" idx="10" hasCustomPrompt="1"/>
          </p:nvPr>
        </p:nvSpPr>
        <p:spPr>
          <a:xfrm>
            <a:off x="582614" y="1850649"/>
            <a:ext cx="11026775" cy="1541463"/>
          </a:xfrm>
          <a:prstGeom prst="rect">
            <a:avLst/>
          </a:prstGeom>
        </p:spPr>
        <p:txBody>
          <a:bodyPr/>
          <a:lstStyle>
            <a:lvl1pPr marL="0">
              <a:buNone/>
              <a:defRPr sz="6000" b="1" i="0">
                <a:solidFill>
                  <a:schemeClr val="bg1"/>
                </a:solidFill>
                <a:latin typeface="Source Sans Pro" panose="020B0503030403020204" pitchFamily="34" charset="0"/>
              </a:defRPr>
            </a:lvl1pPr>
          </a:lstStyle>
          <a:p>
            <a:pPr lvl="0"/>
            <a:r>
              <a:rPr lang="en-US" dirty="0"/>
              <a:t>Alternate Title Slide Here and Here and Here 45pt Bold</a:t>
            </a:r>
          </a:p>
        </p:txBody>
      </p:sp>
      <p:sp>
        <p:nvSpPr>
          <p:cNvPr id="8" name="Text Placeholder 12">
            <a:extLst>
              <a:ext uri="{FF2B5EF4-FFF2-40B4-BE49-F238E27FC236}">
                <a16:creationId xmlns:a16="http://schemas.microsoft.com/office/drawing/2014/main" id="{028B5449-3E99-0E4E-8A44-E6124D0F871D}"/>
              </a:ext>
            </a:extLst>
          </p:cNvPr>
          <p:cNvSpPr>
            <a:spLocks noGrp="1"/>
          </p:cNvSpPr>
          <p:nvPr>
            <p:ph type="body" sz="quarter" idx="11" hasCustomPrompt="1"/>
          </p:nvPr>
        </p:nvSpPr>
        <p:spPr>
          <a:xfrm>
            <a:off x="1825959" y="4037944"/>
            <a:ext cx="8540083" cy="658627"/>
          </a:xfrm>
          <a:prstGeom prst="rect">
            <a:avLst/>
          </a:prstGeom>
        </p:spPr>
        <p:txBody>
          <a:bodyPr/>
          <a:lstStyle>
            <a:lvl1pPr marL="0" marR="0" indent="-228594" algn="ctr" defTabSz="914377" rtl="0" eaLnBrk="1" fontAlgn="auto" latinLnBrk="0" hangingPunct="1">
              <a:lnSpc>
                <a:spcPct val="90000"/>
              </a:lnSpc>
              <a:spcBef>
                <a:spcPts val="1000"/>
              </a:spcBef>
              <a:spcAft>
                <a:spcPts val="0"/>
              </a:spcAft>
              <a:buClrTx/>
              <a:buSzTx/>
              <a:buFont typeface="Arial" panose="020B0604020202020204" pitchFamily="34" charset="0"/>
              <a:buNone/>
              <a:tabLst/>
              <a:defRPr sz="3200" b="0" i="0">
                <a:solidFill>
                  <a:schemeClr val="bg1"/>
                </a:solidFill>
                <a:latin typeface="Source Sans Pro" panose="020B0503030403020204" pitchFamily="34" charset="0"/>
                <a:cs typeface="Arial" panose="020B0604020202020204" pitchFamily="34" charset="0"/>
              </a:defRPr>
            </a:lvl1pPr>
          </a:lstStyle>
          <a:p>
            <a:pPr lvl="0"/>
            <a:r>
              <a:rPr lang="en-US" dirty="0"/>
              <a:t>Speaker Names </a:t>
            </a:r>
            <a:r>
              <a:rPr lang="en-US" dirty="0" err="1"/>
              <a:t>CanGoHere</a:t>
            </a:r>
            <a:r>
              <a:rPr lang="en-US" dirty="0"/>
              <a:t>, Ph.D. </a:t>
            </a:r>
            <a:r>
              <a:rPr lang="en-US" dirty="0" err="1"/>
              <a:t>24pt</a:t>
            </a:r>
            <a:endParaRPr lang="en-US" dirty="0"/>
          </a:p>
        </p:txBody>
      </p:sp>
    </p:spTree>
    <p:extLst>
      <p:ext uri="{BB962C8B-B14F-4D97-AF65-F5344CB8AC3E}">
        <p14:creationId xmlns:p14="http://schemas.microsoft.com/office/powerpoint/2010/main" val="25672965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lt Title Slide w/Pictur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390ED608-500C-CC40-BA6D-26001AFF3EC8}"/>
              </a:ext>
            </a:extLst>
          </p:cNvPr>
          <p:cNvSpPr>
            <a:spLocks noGrp="1"/>
          </p:cNvSpPr>
          <p:nvPr>
            <p:ph type="pic" sz="quarter" idx="12" hasCustomPrompt="1"/>
          </p:nvPr>
        </p:nvSpPr>
        <p:spPr>
          <a:xfrm>
            <a:off x="0" y="0"/>
            <a:ext cx="12192000" cy="6858000"/>
          </a:xfrm>
          <a:prstGeom prst="rect">
            <a:avLst/>
          </a:prstGeom>
          <a:solidFill>
            <a:schemeClr val="bg1">
              <a:lumMod val="85000"/>
            </a:schemeClr>
          </a:solidFill>
        </p:spPr>
        <p:txBody>
          <a:bodyPr/>
          <a:lstStyle>
            <a:lvl1pPr>
              <a:buNone/>
              <a:defRPr b="0" i="0">
                <a:latin typeface="Source Sans Pro" panose="020B0503030403020204" pitchFamily="34" charset="0"/>
              </a:defRPr>
            </a:lvl1pPr>
          </a:lstStyle>
          <a:p>
            <a:r>
              <a:rPr lang="en-US" dirty="0"/>
              <a:t>PICTURE</a:t>
            </a:r>
          </a:p>
        </p:txBody>
      </p:sp>
      <p:sp>
        <p:nvSpPr>
          <p:cNvPr id="9" name="Text Placeholder 7">
            <a:extLst>
              <a:ext uri="{FF2B5EF4-FFF2-40B4-BE49-F238E27FC236}">
                <a16:creationId xmlns:a16="http://schemas.microsoft.com/office/drawing/2014/main" id="{77D4993E-3014-2B4F-A42A-4701885FBDA2}"/>
              </a:ext>
            </a:extLst>
          </p:cNvPr>
          <p:cNvSpPr>
            <a:spLocks noGrp="1"/>
          </p:cNvSpPr>
          <p:nvPr>
            <p:ph type="body" sz="quarter" idx="10" hasCustomPrompt="1"/>
          </p:nvPr>
        </p:nvSpPr>
        <p:spPr>
          <a:xfrm>
            <a:off x="582614" y="1850649"/>
            <a:ext cx="11026775" cy="1541463"/>
          </a:xfrm>
          <a:prstGeom prst="rect">
            <a:avLst/>
          </a:prstGeom>
        </p:spPr>
        <p:txBody>
          <a:bodyPr/>
          <a:lstStyle>
            <a:lvl1pPr marL="0">
              <a:buNone/>
              <a:defRPr sz="6000" b="1" i="0">
                <a:solidFill>
                  <a:schemeClr val="bg1"/>
                </a:solidFill>
                <a:latin typeface="Source Sans Pro" panose="020B0503030403020204" pitchFamily="34" charset="0"/>
              </a:defRPr>
            </a:lvl1pPr>
          </a:lstStyle>
          <a:p>
            <a:pPr lvl="0"/>
            <a:r>
              <a:rPr lang="en-US" dirty="0"/>
              <a:t>Alternate Title Slide Here and Here and Here 45pt Bold</a:t>
            </a:r>
          </a:p>
        </p:txBody>
      </p:sp>
      <p:sp>
        <p:nvSpPr>
          <p:cNvPr id="10" name="Text Placeholder 12">
            <a:extLst>
              <a:ext uri="{FF2B5EF4-FFF2-40B4-BE49-F238E27FC236}">
                <a16:creationId xmlns:a16="http://schemas.microsoft.com/office/drawing/2014/main" id="{8D07B18F-36C2-8E46-AA3F-ED2458361B00}"/>
              </a:ext>
            </a:extLst>
          </p:cNvPr>
          <p:cNvSpPr>
            <a:spLocks noGrp="1"/>
          </p:cNvSpPr>
          <p:nvPr>
            <p:ph type="body" sz="quarter" idx="11" hasCustomPrompt="1"/>
          </p:nvPr>
        </p:nvSpPr>
        <p:spPr>
          <a:xfrm>
            <a:off x="1825959" y="4037945"/>
            <a:ext cx="8540083" cy="701033"/>
          </a:xfrm>
          <a:prstGeom prst="rect">
            <a:avLst/>
          </a:prstGeom>
        </p:spPr>
        <p:txBody>
          <a:bodyPr/>
          <a:lstStyle>
            <a:lvl1pPr marL="0" marR="0" indent="-228594" algn="ctr" defTabSz="914377" rtl="0" eaLnBrk="1" fontAlgn="auto" latinLnBrk="0" hangingPunct="1">
              <a:lnSpc>
                <a:spcPct val="90000"/>
              </a:lnSpc>
              <a:spcBef>
                <a:spcPts val="1000"/>
              </a:spcBef>
              <a:spcAft>
                <a:spcPts val="0"/>
              </a:spcAft>
              <a:buClrTx/>
              <a:buSzTx/>
              <a:buFont typeface="Arial" panose="020B0604020202020204" pitchFamily="34" charset="0"/>
              <a:buNone/>
              <a:tabLst/>
              <a:defRPr sz="3200" b="0" i="0">
                <a:solidFill>
                  <a:schemeClr val="bg1"/>
                </a:solidFill>
                <a:latin typeface="Source Sans Pro" panose="020B0503030403020204" pitchFamily="34" charset="0"/>
                <a:cs typeface="Arial" panose="020B0604020202020204" pitchFamily="34" charset="0"/>
              </a:defRPr>
            </a:lvl1pPr>
          </a:lstStyle>
          <a:p>
            <a:pPr lvl="0"/>
            <a:r>
              <a:rPr lang="en-US" dirty="0"/>
              <a:t>Speaker Names </a:t>
            </a:r>
            <a:r>
              <a:rPr lang="en-US" dirty="0" err="1"/>
              <a:t>CanGoHere</a:t>
            </a:r>
            <a:r>
              <a:rPr lang="en-US" dirty="0"/>
              <a:t>, Ph.D. </a:t>
            </a:r>
            <a:r>
              <a:rPr lang="en-US" dirty="0" err="1"/>
              <a:t>24pt</a:t>
            </a:r>
            <a:endParaRPr lang="en-US" dirty="0"/>
          </a:p>
        </p:txBody>
      </p:sp>
    </p:spTree>
    <p:extLst>
      <p:ext uri="{BB962C8B-B14F-4D97-AF65-F5344CB8AC3E}">
        <p14:creationId xmlns:p14="http://schemas.microsoft.com/office/powerpoint/2010/main" val="32945982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abl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53C8E07-B1CB-034C-930E-250012BEE034}"/>
              </a:ext>
            </a:extLst>
          </p:cNvPr>
          <p:cNvSpPr/>
          <p:nvPr userDrawn="1"/>
        </p:nvSpPr>
        <p:spPr>
          <a:xfrm>
            <a:off x="0" y="2"/>
            <a:ext cx="12192000" cy="45719"/>
          </a:xfrm>
          <a:prstGeom prst="rect">
            <a:avLst/>
          </a:prstGeom>
          <a:solidFill>
            <a:srgbClr val="04A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Source Sans Pro" panose="020B0503030403020204" pitchFamily="34" charset="0"/>
            </a:endParaRPr>
          </a:p>
        </p:txBody>
      </p:sp>
      <p:sp>
        <p:nvSpPr>
          <p:cNvPr id="8" name="Text Placeholder 6">
            <a:extLst>
              <a:ext uri="{FF2B5EF4-FFF2-40B4-BE49-F238E27FC236}">
                <a16:creationId xmlns:a16="http://schemas.microsoft.com/office/drawing/2014/main" id="{980A56A4-0FCA-B64D-99AF-B3BE51BBF4FD}"/>
              </a:ext>
            </a:extLst>
          </p:cNvPr>
          <p:cNvSpPr>
            <a:spLocks noGrp="1"/>
          </p:cNvSpPr>
          <p:nvPr>
            <p:ph type="body" sz="quarter" idx="10" hasCustomPrompt="1"/>
          </p:nvPr>
        </p:nvSpPr>
        <p:spPr>
          <a:xfrm>
            <a:off x="325069" y="378498"/>
            <a:ext cx="9732963" cy="630239"/>
          </a:xfrm>
          <a:prstGeom prst="rect">
            <a:avLst/>
          </a:prstGeom>
        </p:spPr>
        <p:txBody>
          <a:bodyPr/>
          <a:lstStyle>
            <a:lvl1pPr>
              <a:buNone/>
              <a:defRPr sz="4533" b="1" i="0">
                <a:solidFill>
                  <a:schemeClr val="tx2"/>
                </a:solidFill>
                <a:latin typeface="Source Sans Pro" panose="020B0503030403020204" pitchFamily="34" charset="0"/>
              </a:defRPr>
            </a:lvl1pPr>
          </a:lstStyle>
          <a:p>
            <a:pPr lvl="0"/>
            <a:r>
              <a:rPr lang="en-US" dirty="0"/>
              <a:t>LEFT HEADER: 34PT CAPS</a:t>
            </a:r>
          </a:p>
        </p:txBody>
      </p:sp>
      <p:sp>
        <p:nvSpPr>
          <p:cNvPr id="3" name="Table Placeholder 2">
            <a:extLst>
              <a:ext uri="{FF2B5EF4-FFF2-40B4-BE49-F238E27FC236}">
                <a16:creationId xmlns:a16="http://schemas.microsoft.com/office/drawing/2014/main" id="{85F2041D-DCDD-E646-AB93-2E0B7AA30E53}"/>
              </a:ext>
            </a:extLst>
          </p:cNvPr>
          <p:cNvSpPr>
            <a:spLocks noGrp="1"/>
          </p:cNvSpPr>
          <p:nvPr>
            <p:ph type="tbl" sz="quarter" idx="11" hasCustomPrompt="1"/>
          </p:nvPr>
        </p:nvSpPr>
        <p:spPr>
          <a:xfrm>
            <a:off x="325070" y="1341514"/>
            <a:ext cx="11502428" cy="5137989"/>
          </a:xfrm>
          <a:prstGeom prst="rect">
            <a:avLst/>
          </a:prstGeom>
        </p:spPr>
        <p:txBody>
          <a:bodyPr/>
          <a:lstStyle>
            <a:lvl1pPr>
              <a:buNone/>
              <a:defRPr sz="2667" b="0" i="0">
                <a:latin typeface="Source Sans Pro" panose="020B0503030403020204" pitchFamily="34" charset="0"/>
              </a:defRPr>
            </a:lvl1pPr>
          </a:lstStyle>
          <a:p>
            <a:pPr lvl="0"/>
            <a:r>
              <a:rPr lang="en-US" dirty="0"/>
              <a:t>TABLE: 20pt text in table (minimum for ease of viewing)</a:t>
            </a:r>
          </a:p>
        </p:txBody>
      </p:sp>
    </p:spTree>
    <p:extLst>
      <p:ext uri="{BB962C8B-B14F-4D97-AF65-F5344CB8AC3E}">
        <p14:creationId xmlns:p14="http://schemas.microsoft.com/office/powerpoint/2010/main" val="1641204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har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53C8E07-B1CB-034C-930E-250012BEE034}"/>
              </a:ext>
            </a:extLst>
          </p:cNvPr>
          <p:cNvSpPr/>
          <p:nvPr userDrawn="1"/>
        </p:nvSpPr>
        <p:spPr>
          <a:xfrm>
            <a:off x="0" y="2"/>
            <a:ext cx="12192000" cy="45719"/>
          </a:xfrm>
          <a:prstGeom prst="rect">
            <a:avLst/>
          </a:prstGeom>
          <a:solidFill>
            <a:srgbClr val="04A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Source Sans Pro" panose="020B0503030403020204" pitchFamily="34" charset="0"/>
            </a:endParaRPr>
          </a:p>
        </p:txBody>
      </p:sp>
      <p:sp>
        <p:nvSpPr>
          <p:cNvPr id="8" name="Text Placeholder 6">
            <a:extLst>
              <a:ext uri="{FF2B5EF4-FFF2-40B4-BE49-F238E27FC236}">
                <a16:creationId xmlns:a16="http://schemas.microsoft.com/office/drawing/2014/main" id="{980A56A4-0FCA-B64D-99AF-B3BE51BBF4FD}"/>
              </a:ext>
            </a:extLst>
          </p:cNvPr>
          <p:cNvSpPr>
            <a:spLocks noGrp="1"/>
          </p:cNvSpPr>
          <p:nvPr>
            <p:ph type="body" sz="quarter" idx="10" hasCustomPrompt="1"/>
          </p:nvPr>
        </p:nvSpPr>
        <p:spPr>
          <a:xfrm>
            <a:off x="325069" y="378498"/>
            <a:ext cx="9732963" cy="630239"/>
          </a:xfrm>
          <a:prstGeom prst="rect">
            <a:avLst/>
          </a:prstGeom>
        </p:spPr>
        <p:txBody>
          <a:bodyPr/>
          <a:lstStyle>
            <a:lvl1pPr>
              <a:buNone/>
              <a:defRPr sz="4533" b="1" i="0">
                <a:solidFill>
                  <a:schemeClr val="tx2"/>
                </a:solidFill>
                <a:latin typeface="Source Sans Pro" panose="020B0503030403020204" pitchFamily="34" charset="0"/>
              </a:defRPr>
            </a:lvl1pPr>
          </a:lstStyle>
          <a:p>
            <a:pPr lvl="0"/>
            <a:r>
              <a:rPr lang="en-US" dirty="0"/>
              <a:t>LEFT HEADER: 34PT CAPS</a:t>
            </a:r>
          </a:p>
        </p:txBody>
      </p:sp>
      <p:sp>
        <p:nvSpPr>
          <p:cNvPr id="4" name="Chart Placeholder 3">
            <a:extLst>
              <a:ext uri="{FF2B5EF4-FFF2-40B4-BE49-F238E27FC236}">
                <a16:creationId xmlns:a16="http://schemas.microsoft.com/office/drawing/2014/main" id="{F0569EBD-AE55-EA4E-ABC0-1CE1D3E95991}"/>
              </a:ext>
            </a:extLst>
          </p:cNvPr>
          <p:cNvSpPr>
            <a:spLocks noGrp="1"/>
          </p:cNvSpPr>
          <p:nvPr>
            <p:ph type="chart" sz="quarter" idx="11" hasCustomPrompt="1"/>
          </p:nvPr>
        </p:nvSpPr>
        <p:spPr>
          <a:xfrm>
            <a:off x="325967" y="1341514"/>
            <a:ext cx="11540067" cy="5143953"/>
          </a:xfrm>
          <a:prstGeom prst="rect">
            <a:avLst/>
          </a:prstGeom>
        </p:spPr>
        <p:txBody>
          <a:bodyPr/>
          <a:lstStyle>
            <a:lvl1pPr>
              <a:buNone/>
              <a:defRPr b="0" i="0">
                <a:latin typeface="Source Sans Pro" panose="020B0503030403020204" pitchFamily="34" charset="0"/>
              </a:defRPr>
            </a:lvl1pPr>
          </a:lstStyle>
          <a:p>
            <a:r>
              <a:rPr lang="en-US" dirty="0"/>
              <a:t>CHART</a:t>
            </a:r>
          </a:p>
        </p:txBody>
      </p:sp>
    </p:spTree>
    <p:extLst>
      <p:ext uri="{BB962C8B-B14F-4D97-AF65-F5344CB8AC3E}">
        <p14:creationId xmlns:p14="http://schemas.microsoft.com/office/powerpoint/2010/main" val="1287123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Pictur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53C8E07-B1CB-034C-930E-250012BEE034}"/>
              </a:ext>
            </a:extLst>
          </p:cNvPr>
          <p:cNvSpPr/>
          <p:nvPr userDrawn="1"/>
        </p:nvSpPr>
        <p:spPr>
          <a:xfrm>
            <a:off x="0" y="2"/>
            <a:ext cx="12192000" cy="45719"/>
          </a:xfrm>
          <a:prstGeom prst="rect">
            <a:avLst/>
          </a:prstGeom>
          <a:solidFill>
            <a:srgbClr val="04A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Source Sans Pro" panose="020B0503030403020204" pitchFamily="34" charset="0"/>
            </a:endParaRPr>
          </a:p>
        </p:txBody>
      </p:sp>
      <p:sp>
        <p:nvSpPr>
          <p:cNvPr id="8" name="Text Placeholder 6">
            <a:extLst>
              <a:ext uri="{FF2B5EF4-FFF2-40B4-BE49-F238E27FC236}">
                <a16:creationId xmlns:a16="http://schemas.microsoft.com/office/drawing/2014/main" id="{980A56A4-0FCA-B64D-99AF-B3BE51BBF4FD}"/>
              </a:ext>
            </a:extLst>
          </p:cNvPr>
          <p:cNvSpPr>
            <a:spLocks noGrp="1"/>
          </p:cNvSpPr>
          <p:nvPr>
            <p:ph type="body" sz="quarter" idx="10" hasCustomPrompt="1"/>
          </p:nvPr>
        </p:nvSpPr>
        <p:spPr>
          <a:xfrm>
            <a:off x="325069" y="378498"/>
            <a:ext cx="9732963" cy="630239"/>
          </a:xfrm>
          <a:prstGeom prst="rect">
            <a:avLst/>
          </a:prstGeom>
        </p:spPr>
        <p:txBody>
          <a:bodyPr/>
          <a:lstStyle>
            <a:lvl1pPr>
              <a:buNone/>
              <a:defRPr sz="4533" b="1" i="0">
                <a:solidFill>
                  <a:schemeClr val="tx2"/>
                </a:solidFill>
                <a:latin typeface="Source Sans Pro" panose="020B0503030403020204" pitchFamily="34" charset="0"/>
              </a:defRPr>
            </a:lvl1pPr>
          </a:lstStyle>
          <a:p>
            <a:pPr lvl="0"/>
            <a:r>
              <a:rPr lang="en-US" dirty="0"/>
              <a:t>LEFT HEADER: 34PT CAPS</a:t>
            </a:r>
          </a:p>
        </p:txBody>
      </p:sp>
      <p:sp>
        <p:nvSpPr>
          <p:cNvPr id="7" name="Picture Placeholder 2">
            <a:extLst>
              <a:ext uri="{FF2B5EF4-FFF2-40B4-BE49-F238E27FC236}">
                <a16:creationId xmlns:a16="http://schemas.microsoft.com/office/drawing/2014/main" id="{7D6EABED-5DB5-5F46-ACA9-C979582A3ABF}"/>
              </a:ext>
            </a:extLst>
          </p:cNvPr>
          <p:cNvSpPr>
            <a:spLocks noGrp="1"/>
          </p:cNvSpPr>
          <p:nvPr>
            <p:ph type="pic" sz="quarter" idx="12" hasCustomPrompt="1"/>
          </p:nvPr>
        </p:nvSpPr>
        <p:spPr>
          <a:xfrm>
            <a:off x="325967" y="1320800"/>
            <a:ext cx="11552767" cy="5158317"/>
          </a:xfrm>
          <a:prstGeom prst="rect">
            <a:avLst/>
          </a:prstGeom>
        </p:spPr>
        <p:txBody>
          <a:bodyPr/>
          <a:lstStyle>
            <a:lvl1pPr>
              <a:buNone/>
              <a:defRPr b="0" i="0">
                <a:latin typeface="Source Sans Pro" panose="020B0503030403020204" pitchFamily="34" charset="0"/>
              </a:defRPr>
            </a:lvl1pPr>
          </a:lstStyle>
          <a:p>
            <a:r>
              <a:rPr lang="en-US" dirty="0"/>
              <a:t>PICTURE</a:t>
            </a:r>
          </a:p>
        </p:txBody>
      </p:sp>
    </p:spTree>
    <p:extLst>
      <p:ext uri="{BB962C8B-B14F-4D97-AF65-F5344CB8AC3E}">
        <p14:creationId xmlns:p14="http://schemas.microsoft.com/office/powerpoint/2010/main" val="33209880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Online Imag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53C8E07-B1CB-034C-930E-250012BEE034}"/>
              </a:ext>
            </a:extLst>
          </p:cNvPr>
          <p:cNvSpPr/>
          <p:nvPr userDrawn="1"/>
        </p:nvSpPr>
        <p:spPr>
          <a:xfrm>
            <a:off x="0" y="2"/>
            <a:ext cx="12192000" cy="45719"/>
          </a:xfrm>
          <a:prstGeom prst="rect">
            <a:avLst/>
          </a:prstGeom>
          <a:solidFill>
            <a:srgbClr val="04A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Source Sans Pro" panose="020B0503030403020204" pitchFamily="34" charset="0"/>
            </a:endParaRPr>
          </a:p>
        </p:txBody>
      </p:sp>
      <p:sp>
        <p:nvSpPr>
          <p:cNvPr id="8" name="Text Placeholder 6">
            <a:extLst>
              <a:ext uri="{FF2B5EF4-FFF2-40B4-BE49-F238E27FC236}">
                <a16:creationId xmlns:a16="http://schemas.microsoft.com/office/drawing/2014/main" id="{980A56A4-0FCA-B64D-99AF-B3BE51BBF4FD}"/>
              </a:ext>
            </a:extLst>
          </p:cNvPr>
          <p:cNvSpPr>
            <a:spLocks noGrp="1"/>
          </p:cNvSpPr>
          <p:nvPr>
            <p:ph type="body" sz="quarter" idx="10" hasCustomPrompt="1"/>
          </p:nvPr>
        </p:nvSpPr>
        <p:spPr>
          <a:xfrm>
            <a:off x="325069" y="378498"/>
            <a:ext cx="9732963" cy="630239"/>
          </a:xfrm>
          <a:prstGeom prst="rect">
            <a:avLst/>
          </a:prstGeom>
        </p:spPr>
        <p:txBody>
          <a:bodyPr/>
          <a:lstStyle>
            <a:lvl1pPr>
              <a:buNone/>
              <a:defRPr sz="4533" b="1" i="0">
                <a:solidFill>
                  <a:schemeClr val="tx2"/>
                </a:solidFill>
                <a:latin typeface="Source Sans Pro" panose="020B0503030403020204" pitchFamily="34" charset="0"/>
              </a:defRPr>
            </a:lvl1pPr>
          </a:lstStyle>
          <a:p>
            <a:pPr lvl="0"/>
            <a:r>
              <a:rPr lang="en-US" dirty="0"/>
              <a:t>LEFT HEADER: 34PT CAPS</a:t>
            </a:r>
          </a:p>
        </p:txBody>
      </p:sp>
      <p:sp>
        <p:nvSpPr>
          <p:cNvPr id="7" name="Online Image Placeholder 2">
            <a:extLst>
              <a:ext uri="{FF2B5EF4-FFF2-40B4-BE49-F238E27FC236}">
                <a16:creationId xmlns:a16="http://schemas.microsoft.com/office/drawing/2014/main" id="{79DE00AA-ED41-A446-AF94-2695E77202D0}"/>
              </a:ext>
            </a:extLst>
          </p:cNvPr>
          <p:cNvSpPr>
            <a:spLocks noGrp="1"/>
          </p:cNvSpPr>
          <p:nvPr>
            <p:ph type="clipArt" sz="quarter" idx="14" hasCustomPrompt="1"/>
          </p:nvPr>
        </p:nvSpPr>
        <p:spPr>
          <a:xfrm>
            <a:off x="325967" y="1320800"/>
            <a:ext cx="11552767" cy="5158317"/>
          </a:xfrm>
          <a:prstGeom prst="rect">
            <a:avLst/>
          </a:prstGeom>
        </p:spPr>
        <p:txBody>
          <a:bodyPr/>
          <a:lstStyle>
            <a:lvl1pPr>
              <a:buNone/>
              <a:defRPr b="0" i="0">
                <a:latin typeface="Source Sans Pro" panose="020B0503030403020204" pitchFamily="34" charset="0"/>
              </a:defRPr>
            </a:lvl1pPr>
          </a:lstStyle>
          <a:p>
            <a:r>
              <a:rPr lang="en-US" dirty="0"/>
              <a:t>ONLINE IMAGE</a:t>
            </a:r>
          </a:p>
        </p:txBody>
      </p:sp>
    </p:spTree>
    <p:extLst>
      <p:ext uri="{BB962C8B-B14F-4D97-AF65-F5344CB8AC3E}">
        <p14:creationId xmlns:p14="http://schemas.microsoft.com/office/powerpoint/2010/main" val="26244812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Media">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53C8E07-B1CB-034C-930E-250012BEE034}"/>
              </a:ext>
            </a:extLst>
          </p:cNvPr>
          <p:cNvSpPr/>
          <p:nvPr userDrawn="1"/>
        </p:nvSpPr>
        <p:spPr>
          <a:xfrm>
            <a:off x="0" y="2"/>
            <a:ext cx="12192000" cy="45719"/>
          </a:xfrm>
          <a:prstGeom prst="rect">
            <a:avLst/>
          </a:prstGeom>
          <a:solidFill>
            <a:srgbClr val="04A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Source Sans Pro" panose="020B0503030403020204" pitchFamily="34" charset="0"/>
            </a:endParaRPr>
          </a:p>
        </p:txBody>
      </p:sp>
      <p:sp>
        <p:nvSpPr>
          <p:cNvPr id="8" name="Text Placeholder 6">
            <a:extLst>
              <a:ext uri="{FF2B5EF4-FFF2-40B4-BE49-F238E27FC236}">
                <a16:creationId xmlns:a16="http://schemas.microsoft.com/office/drawing/2014/main" id="{980A56A4-0FCA-B64D-99AF-B3BE51BBF4FD}"/>
              </a:ext>
            </a:extLst>
          </p:cNvPr>
          <p:cNvSpPr>
            <a:spLocks noGrp="1"/>
          </p:cNvSpPr>
          <p:nvPr>
            <p:ph type="body" sz="quarter" idx="10" hasCustomPrompt="1"/>
          </p:nvPr>
        </p:nvSpPr>
        <p:spPr>
          <a:xfrm>
            <a:off x="325069" y="378498"/>
            <a:ext cx="9732963" cy="630239"/>
          </a:xfrm>
          <a:prstGeom prst="rect">
            <a:avLst/>
          </a:prstGeom>
        </p:spPr>
        <p:txBody>
          <a:bodyPr/>
          <a:lstStyle>
            <a:lvl1pPr>
              <a:buNone/>
              <a:defRPr sz="4533" b="1" i="0">
                <a:solidFill>
                  <a:schemeClr val="tx2"/>
                </a:solidFill>
                <a:latin typeface="Source Sans Pro" panose="020B0503030403020204" pitchFamily="34" charset="0"/>
              </a:defRPr>
            </a:lvl1pPr>
          </a:lstStyle>
          <a:p>
            <a:pPr lvl="0"/>
            <a:r>
              <a:rPr lang="en-US" dirty="0"/>
              <a:t>LEFT HEADER: 34PT CAPS</a:t>
            </a:r>
          </a:p>
        </p:txBody>
      </p:sp>
      <p:sp>
        <p:nvSpPr>
          <p:cNvPr id="9" name="Media Placeholder 2">
            <a:extLst>
              <a:ext uri="{FF2B5EF4-FFF2-40B4-BE49-F238E27FC236}">
                <a16:creationId xmlns:a16="http://schemas.microsoft.com/office/drawing/2014/main" id="{525B0C2C-9976-FA40-A1FD-39112ED504F8}"/>
              </a:ext>
            </a:extLst>
          </p:cNvPr>
          <p:cNvSpPr>
            <a:spLocks noGrp="1"/>
          </p:cNvSpPr>
          <p:nvPr>
            <p:ph type="media" sz="quarter" idx="13" hasCustomPrompt="1"/>
          </p:nvPr>
        </p:nvSpPr>
        <p:spPr>
          <a:xfrm>
            <a:off x="325967" y="1320800"/>
            <a:ext cx="11552767" cy="5158317"/>
          </a:xfrm>
          <a:prstGeom prst="rect">
            <a:avLst/>
          </a:prstGeom>
        </p:spPr>
        <p:txBody>
          <a:bodyPr/>
          <a:lstStyle>
            <a:lvl1pPr>
              <a:buNone/>
              <a:defRPr b="0" i="0">
                <a:latin typeface="Source Sans Pro" panose="020B0503030403020204" pitchFamily="34" charset="0"/>
              </a:defRPr>
            </a:lvl1pPr>
          </a:lstStyle>
          <a:p>
            <a:r>
              <a:rPr lang="en-US" dirty="0"/>
              <a:t>MEDIA</a:t>
            </a:r>
          </a:p>
        </p:txBody>
      </p:sp>
    </p:spTree>
    <p:extLst>
      <p:ext uri="{BB962C8B-B14F-4D97-AF65-F5344CB8AC3E}">
        <p14:creationId xmlns:p14="http://schemas.microsoft.com/office/powerpoint/2010/main" val="16991678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Bulleted List">
    <p:spTree>
      <p:nvGrpSpPr>
        <p:cNvPr id="1" name=""/>
        <p:cNvGrpSpPr/>
        <p:nvPr/>
      </p:nvGrpSpPr>
      <p:grpSpPr>
        <a:xfrm>
          <a:off x="0" y="0"/>
          <a:ext cx="0" cy="0"/>
          <a:chOff x="0" y="0"/>
          <a:chExt cx="0" cy="0"/>
        </a:xfrm>
      </p:grpSpPr>
      <p:sp>
        <p:nvSpPr>
          <p:cNvPr id="4" name="Slide Number Placeholder 17">
            <a:extLst>
              <a:ext uri="{FF2B5EF4-FFF2-40B4-BE49-F238E27FC236}">
                <a16:creationId xmlns:a16="http://schemas.microsoft.com/office/drawing/2014/main" id="{A7765B19-81AD-F74F-AF49-13AEF84E7B96}"/>
              </a:ext>
            </a:extLst>
          </p:cNvPr>
          <p:cNvSpPr>
            <a:spLocks noGrp="1"/>
          </p:cNvSpPr>
          <p:nvPr>
            <p:ph type="sldNum" sz="quarter" idx="4294967295"/>
          </p:nvPr>
        </p:nvSpPr>
        <p:spPr>
          <a:xfrm>
            <a:off x="11539961" y="6486922"/>
            <a:ext cx="470833" cy="215444"/>
          </a:xfrm>
          <a:prstGeom prst="rect">
            <a:avLst/>
          </a:prstGeom>
          <a:noFill/>
          <a:ln w="6350">
            <a:noFill/>
          </a:ln>
        </p:spPr>
        <p:txBody>
          <a:bodyPr tIns="0" bIns="0" anchor="t">
            <a:spAutoFit/>
          </a:bodyPr>
          <a:lstStyle>
            <a:lvl1pPr>
              <a:defRPr b="0" i="0">
                <a:solidFill>
                  <a:schemeClr val="tx2"/>
                </a:solidFill>
                <a:latin typeface="Source Sans Pro" panose="020B0503030403020204" pitchFamily="34" charset="0"/>
              </a:defRPr>
            </a:lvl1pPr>
          </a:lstStyle>
          <a:p>
            <a:pPr algn="ctr"/>
            <a:fld id="{6625A8D5-DBAF-8845-9299-98FFBA23C9BF}" type="slidenum">
              <a:rPr lang="en-US" sz="1400" smtClean="0">
                <a:cs typeface="Arial" panose="020B0604020202020204" pitchFamily="34" charset="0"/>
              </a:rPr>
              <a:pPr algn="ctr"/>
              <a:t>‹#›</a:t>
            </a:fld>
            <a:endParaRPr lang="en-US" sz="1400" dirty="0">
              <a:cs typeface="Arial" panose="020B0604020202020204" pitchFamily="34" charset="0"/>
            </a:endParaRPr>
          </a:p>
        </p:txBody>
      </p:sp>
      <p:grpSp>
        <p:nvGrpSpPr>
          <p:cNvPr id="2" name="Group 1">
            <a:extLst>
              <a:ext uri="{FF2B5EF4-FFF2-40B4-BE49-F238E27FC236}">
                <a16:creationId xmlns:a16="http://schemas.microsoft.com/office/drawing/2014/main" id="{97FF56CD-6A60-5D41-AC6D-756DC18EA01A}"/>
              </a:ext>
            </a:extLst>
          </p:cNvPr>
          <p:cNvGrpSpPr/>
          <p:nvPr userDrawn="1"/>
        </p:nvGrpSpPr>
        <p:grpSpPr>
          <a:xfrm>
            <a:off x="0" y="6366265"/>
            <a:ext cx="12192000" cy="385623"/>
            <a:chOff x="0" y="4774698"/>
            <a:chExt cx="9144000" cy="289217"/>
          </a:xfrm>
        </p:grpSpPr>
        <p:sp>
          <p:nvSpPr>
            <p:cNvPr id="5" name="Rectangle 4">
              <a:extLst>
                <a:ext uri="{FF2B5EF4-FFF2-40B4-BE49-F238E27FC236}">
                  <a16:creationId xmlns:a16="http://schemas.microsoft.com/office/drawing/2014/main" id="{140FBF9D-2125-7E42-8EEB-F5AC32193357}"/>
                </a:ext>
              </a:extLst>
            </p:cNvPr>
            <p:cNvSpPr/>
            <p:nvPr userDrawn="1"/>
          </p:nvSpPr>
          <p:spPr>
            <a:xfrm>
              <a:off x="0" y="4774698"/>
              <a:ext cx="9144000" cy="34289"/>
            </a:xfrm>
            <a:prstGeom prst="rect">
              <a:avLst/>
            </a:prstGeom>
            <a:solidFill>
              <a:srgbClr val="04A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Source Sans Pro" panose="020B0503030403020204" pitchFamily="34" charset="0"/>
              </a:endParaRPr>
            </a:p>
          </p:txBody>
        </p:sp>
        <p:sp>
          <p:nvSpPr>
            <p:cNvPr id="7" name="Right Triangle 6">
              <a:extLst>
                <a:ext uri="{FF2B5EF4-FFF2-40B4-BE49-F238E27FC236}">
                  <a16:creationId xmlns:a16="http://schemas.microsoft.com/office/drawing/2014/main" id="{95242366-61CD-5449-86EB-92143117F000}"/>
                </a:ext>
              </a:extLst>
            </p:cNvPr>
            <p:cNvSpPr/>
            <p:nvPr userDrawn="1"/>
          </p:nvSpPr>
          <p:spPr>
            <a:xfrm rot="10800000" flipH="1">
              <a:off x="2225844" y="4791842"/>
              <a:ext cx="232934" cy="272073"/>
            </a:xfrm>
            <a:prstGeom prst="rtTriangle">
              <a:avLst/>
            </a:prstGeom>
            <a:solidFill>
              <a:srgbClr val="04A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Source Sans Pro" panose="020B0503030403020204" pitchFamily="34" charset="0"/>
              </a:endParaRPr>
            </a:p>
          </p:txBody>
        </p:sp>
      </p:grpSp>
      <p:sp>
        <p:nvSpPr>
          <p:cNvPr id="11" name="Text Placeholder 9">
            <a:extLst>
              <a:ext uri="{FF2B5EF4-FFF2-40B4-BE49-F238E27FC236}">
                <a16:creationId xmlns:a16="http://schemas.microsoft.com/office/drawing/2014/main" id="{5986D113-80CA-7F47-A29A-74D32ABAD006}"/>
              </a:ext>
            </a:extLst>
          </p:cNvPr>
          <p:cNvSpPr>
            <a:spLocks noGrp="1"/>
          </p:cNvSpPr>
          <p:nvPr>
            <p:ph type="body" sz="quarter" idx="12" hasCustomPrompt="1"/>
          </p:nvPr>
        </p:nvSpPr>
        <p:spPr>
          <a:xfrm>
            <a:off x="3278371" y="6497693"/>
            <a:ext cx="6826127" cy="193899"/>
          </a:xfrm>
          <a:prstGeom prst="rect">
            <a:avLst/>
          </a:prstGeom>
        </p:spPr>
        <p:txBody>
          <a:bodyPr tIns="0" bIns="0" anchor="t">
            <a:spAutoFit/>
          </a:bodyPr>
          <a:lstStyle>
            <a:lvl1pPr>
              <a:buNone/>
              <a:defRPr sz="1400" b="0" i="0">
                <a:solidFill>
                  <a:schemeClr val="tx2">
                    <a:lumMod val="60000"/>
                    <a:lumOff val="40000"/>
                  </a:schemeClr>
                </a:solidFill>
                <a:latin typeface="Source Sans Pro" panose="020B0503030403020204" pitchFamily="34" charset="0"/>
              </a:defRPr>
            </a:lvl1pPr>
          </a:lstStyle>
          <a:p>
            <a:pPr lvl="0"/>
            <a:r>
              <a:rPr lang="en-US" dirty="0"/>
              <a:t>PRESENTATION TITLE OR NICKNAME CAN LIVE HERE</a:t>
            </a:r>
          </a:p>
        </p:txBody>
      </p:sp>
      <p:sp>
        <p:nvSpPr>
          <p:cNvPr id="10" name="Text Placeholder 9">
            <a:extLst>
              <a:ext uri="{FF2B5EF4-FFF2-40B4-BE49-F238E27FC236}">
                <a16:creationId xmlns:a16="http://schemas.microsoft.com/office/drawing/2014/main" id="{90921448-5840-334C-8546-6109675394AF}"/>
              </a:ext>
            </a:extLst>
          </p:cNvPr>
          <p:cNvSpPr>
            <a:spLocks noGrp="1"/>
          </p:cNvSpPr>
          <p:nvPr>
            <p:ph type="body" sz="quarter" idx="13" hasCustomPrompt="1"/>
          </p:nvPr>
        </p:nvSpPr>
        <p:spPr>
          <a:xfrm>
            <a:off x="418042" y="446017"/>
            <a:ext cx="11355916" cy="5441949"/>
          </a:xfrm>
          <a:prstGeom prst="rect">
            <a:avLst/>
          </a:prstGeom>
        </p:spPr>
        <p:txBody>
          <a:bodyPr/>
          <a:lstStyle>
            <a:lvl1pPr>
              <a:lnSpc>
                <a:spcPct val="150000"/>
              </a:lnSpc>
              <a:spcBef>
                <a:spcPts val="800"/>
              </a:spcBef>
              <a:buClr>
                <a:schemeClr val="tx1"/>
              </a:buClr>
              <a:buSzPct val="75000"/>
              <a:defRPr sz="3733" b="0" i="0">
                <a:latin typeface="Source Sans Pro" panose="020B0503030403020204" pitchFamily="34" charset="0"/>
              </a:defRPr>
            </a:lvl1pPr>
            <a:lvl2pPr>
              <a:lnSpc>
                <a:spcPct val="150000"/>
              </a:lnSpc>
              <a:spcBef>
                <a:spcPts val="800"/>
              </a:spcBef>
              <a:buClr>
                <a:schemeClr val="tx1"/>
              </a:buClr>
              <a:buSzPct val="65000"/>
              <a:buFont typeface="Arial" panose="020B0604020202020204" pitchFamily="34" charset="0"/>
              <a:buChar char="•"/>
              <a:defRPr sz="3200" b="0" i="0">
                <a:latin typeface="Source Sans Pro" panose="020B0503030403020204" pitchFamily="34" charset="0"/>
              </a:defRPr>
            </a:lvl2pPr>
            <a:lvl3pPr>
              <a:lnSpc>
                <a:spcPct val="150000"/>
              </a:lnSpc>
              <a:spcBef>
                <a:spcPts val="800"/>
              </a:spcBef>
              <a:buClr>
                <a:schemeClr val="tx1"/>
              </a:buClr>
              <a:buSzPct val="55000"/>
              <a:defRPr sz="2667" b="0" i="0">
                <a:latin typeface="Source Sans Pro" panose="020B0503030403020204" pitchFamily="34" charset="0"/>
              </a:defRPr>
            </a:lvl3pPr>
          </a:lstStyle>
          <a:p>
            <a:pPr lvl="0"/>
            <a:r>
              <a:rPr lang="en-US" dirty="0"/>
              <a:t>Bulleted List Black Text (28pt)</a:t>
            </a:r>
          </a:p>
          <a:p>
            <a:pPr lvl="1"/>
            <a:r>
              <a:rPr lang="en-US" dirty="0"/>
              <a:t>Second level (24pt)</a:t>
            </a:r>
          </a:p>
          <a:p>
            <a:pPr lvl="2"/>
            <a:r>
              <a:rPr lang="en-US" dirty="0"/>
              <a:t>Third level (20pt)</a:t>
            </a:r>
          </a:p>
        </p:txBody>
      </p:sp>
      <p:sp>
        <p:nvSpPr>
          <p:cNvPr id="8" name="TextBox 7">
            <a:extLst>
              <a:ext uri="{FF2B5EF4-FFF2-40B4-BE49-F238E27FC236}">
                <a16:creationId xmlns:a16="http://schemas.microsoft.com/office/drawing/2014/main" id="{98E2D31C-5E79-E717-4CEE-6794462266EE}"/>
              </a:ext>
            </a:extLst>
          </p:cNvPr>
          <p:cNvSpPr txBox="1"/>
          <p:nvPr userDrawn="1"/>
        </p:nvSpPr>
        <p:spPr>
          <a:xfrm>
            <a:off x="1" y="6486922"/>
            <a:ext cx="2967791" cy="215444"/>
          </a:xfrm>
          <a:prstGeom prst="rect">
            <a:avLst/>
          </a:prstGeom>
          <a:noFill/>
        </p:spPr>
        <p:txBody>
          <a:bodyPr wrap="square" tIns="0" bIns="0" rtlCol="0" anchor="t">
            <a:spAutoFit/>
          </a:bodyPr>
          <a:lstStyle/>
          <a:p>
            <a:pPr algn="r"/>
            <a:r>
              <a:rPr lang="en-US" sz="1400" b="1" i="0" spc="67" baseline="0" dirty="0">
                <a:solidFill>
                  <a:schemeClr val="bg2">
                    <a:lumMod val="50000"/>
                  </a:schemeClr>
                </a:solidFill>
                <a:latin typeface="Source Sans Pro" panose="020B0503030403020204" pitchFamily="34" charset="0"/>
                <a:cs typeface="Arial" panose="020B0604020202020204" pitchFamily="34" charset="0"/>
              </a:rPr>
              <a:t>THE JACKSON LABORATORY</a:t>
            </a:r>
          </a:p>
        </p:txBody>
      </p:sp>
    </p:spTree>
    <p:extLst>
      <p:ext uri="{BB962C8B-B14F-4D97-AF65-F5344CB8AC3E}">
        <p14:creationId xmlns:p14="http://schemas.microsoft.com/office/powerpoint/2010/main" val="30169071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Reverse Bulleted List">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ECF6741E-8CCA-4C4E-B0A3-741649C04FAB}"/>
              </a:ext>
            </a:extLst>
          </p:cNvPr>
          <p:cNvGrpSpPr/>
          <p:nvPr userDrawn="1"/>
        </p:nvGrpSpPr>
        <p:grpSpPr>
          <a:xfrm>
            <a:off x="-1" y="0"/>
            <a:ext cx="12192001" cy="6858000"/>
            <a:chOff x="-1" y="0"/>
            <a:chExt cx="9144001" cy="5143500"/>
          </a:xfrm>
        </p:grpSpPr>
        <p:sp>
          <p:nvSpPr>
            <p:cNvPr id="3" name="Rectangle 2">
              <a:extLst>
                <a:ext uri="{FF2B5EF4-FFF2-40B4-BE49-F238E27FC236}">
                  <a16:creationId xmlns:a16="http://schemas.microsoft.com/office/drawing/2014/main" id="{F4A875CD-6704-0848-BE4A-FFEEB0A59355}"/>
                </a:ext>
              </a:extLst>
            </p:cNvPr>
            <p:cNvSpPr/>
            <p:nvPr userDrawn="1"/>
          </p:nvSpPr>
          <p:spPr>
            <a:xfrm>
              <a:off x="-1" y="0"/>
              <a:ext cx="9144001" cy="5143500"/>
            </a:xfrm>
            <a:prstGeom prst="rect">
              <a:avLst/>
            </a:prstGeom>
            <a:solidFill>
              <a:srgbClr val="04A7F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Source Sans Pro" panose="020B0503030403020204" pitchFamily="34" charset="0"/>
              </a:endParaRPr>
            </a:p>
          </p:txBody>
        </p:sp>
        <p:grpSp>
          <p:nvGrpSpPr>
            <p:cNvPr id="4" name="Group 3">
              <a:extLst>
                <a:ext uri="{FF2B5EF4-FFF2-40B4-BE49-F238E27FC236}">
                  <a16:creationId xmlns:a16="http://schemas.microsoft.com/office/drawing/2014/main" id="{19FE1D65-821C-7449-ACD8-CD5ED09E42FC}"/>
                </a:ext>
              </a:extLst>
            </p:cNvPr>
            <p:cNvGrpSpPr/>
            <p:nvPr userDrawn="1"/>
          </p:nvGrpSpPr>
          <p:grpSpPr>
            <a:xfrm>
              <a:off x="0" y="4774698"/>
              <a:ext cx="9144000" cy="289217"/>
              <a:chOff x="0" y="4774698"/>
              <a:chExt cx="9144000" cy="289217"/>
            </a:xfrm>
          </p:grpSpPr>
          <p:grpSp>
            <p:nvGrpSpPr>
              <p:cNvPr id="2" name="Group 1">
                <a:extLst>
                  <a:ext uri="{FF2B5EF4-FFF2-40B4-BE49-F238E27FC236}">
                    <a16:creationId xmlns:a16="http://schemas.microsoft.com/office/drawing/2014/main" id="{72388502-05BC-5945-A033-AACACF358BD9}"/>
                  </a:ext>
                </a:extLst>
              </p:cNvPr>
              <p:cNvGrpSpPr/>
              <p:nvPr userDrawn="1"/>
            </p:nvGrpSpPr>
            <p:grpSpPr>
              <a:xfrm>
                <a:off x="0" y="4774698"/>
                <a:ext cx="9144000" cy="289217"/>
                <a:chOff x="0" y="4774698"/>
                <a:chExt cx="9144000" cy="289217"/>
              </a:xfrm>
            </p:grpSpPr>
            <p:sp>
              <p:nvSpPr>
                <p:cNvPr id="5" name="Rectangle 4">
                  <a:extLst>
                    <a:ext uri="{FF2B5EF4-FFF2-40B4-BE49-F238E27FC236}">
                      <a16:creationId xmlns:a16="http://schemas.microsoft.com/office/drawing/2014/main" id="{2ADAB89F-AD34-6A48-A442-2F4FDC778785}"/>
                    </a:ext>
                  </a:extLst>
                </p:cNvPr>
                <p:cNvSpPr/>
                <p:nvPr userDrawn="1"/>
              </p:nvSpPr>
              <p:spPr>
                <a:xfrm>
                  <a:off x="0" y="4774698"/>
                  <a:ext cx="9144000" cy="342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Source Sans Pro" panose="020B0503030403020204" pitchFamily="34" charset="0"/>
                  </a:endParaRPr>
                </a:p>
              </p:txBody>
            </p:sp>
            <p:sp>
              <p:nvSpPr>
                <p:cNvPr id="7" name="Right Triangle 6">
                  <a:extLst>
                    <a:ext uri="{FF2B5EF4-FFF2-40B4-BE49-F238E27FC236}">
                      <a16:creationId xmlns:a16="http://schemas.microsoft.com/office/drawing/2014/main" id="{2D08FF64-15EC-3D4E-9A2A-6860016F6E90}"/>
                    </a:ext>
                  </a:extLst>
                </p:cNvPr>
                <p:cNvSpPr/>
                <p:nvPr userDrawn="1"/>
              </p:nvSpPr>
              <p:spPr>
                <a:xfrm rot="10800000" flipH="1">
                  <a:off x="2225844" y="4791842"/>
                  <a:ext cx="232934" cy="272073"/>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Source Sans Pro" panose="020B0503030403020204" pitchFamily="34" charset="0"/>
                  </a:endParaRPr>
                </a:p>
              </p:txBody>
            </p:sp>
          </p:grpSp>
          <p:sp>
            <p:nvSpPr>
              <p:cNvPr id="16" name="TextBox 15">
                <a:extLst>
                  <a:ext uri="{FF2B5EF4-FFF2-40B4-BE49-F238E27FC236}">
                    <a16:creationId xmlns:a16="http://schemas.microsoft.com/office/drawing/2014/main" id="{93A0CBE5-922A-6B4D-A0B3-9451FD291D27}"/>
                  </a:ext>
                </a:extLst>
              </p:cNvPr>
              <p:cNvSpPr txBox="1"/>
              <p:nvPr userDrawn="1"/>
            </p:nvSpPr>
            <p:spPr>
              <a:xfrm>
                <a:off x="0" y="4865191"/>
                <a:ext cx="2225843" cy="161583"/>
              </a:xfrm>
              <a:prstGeom prst="rect">
                <a:avLst/>
              </a:prstGeom>
              <a:noFill/>
            </p:spPr>
            <p:txBody>
              <a:bodyPr wrap="square" tIns="0" bIns="0" rtlCol="0" anchor="t">
                <a:spAutoFit/>
              </a:bodyPr>
              <a:lstStyle/>
              <a:p>
                <a:pPr algn="r"/>
                <a:r>
                  <a:rPr lang="en-US" sz="1400" b="1" i="0" spc="67" baseline="0" dirty="0">
                    <a:solidFill>
                      <a:schemeClr val="bg1"/>
                    </a:solidFill>
                    <a:latin typeface="Source Sans Pro" panose="020B0503030403020204" pitchFamily="34" charset="0"/>
                    <a:cs typeface="Arial" panose="020B0604020202020204" pitchFamily="34" charset="0"/>
                  </a:rPr>
                  <a:t>THE JACKSON LABORATORY</a:t>
                </a:r>
              </a:p>
            </p:txBody>
          </p:sp>
        </p:grpSp>
      </p:grpSp>
      <p:sp>
        <p:nvSpPr>
          <p:cNvPr id="15" name="Slide Number Placeholder 17">
            <a:extLst>
              <a:ext uri="{FF2B5EF4-FFF2-40B4-BE49-F238E27FC236}">
                <a16:creationId xmlns:a16="http://schemas.microsoft.com/office/drawing/2014/main" id="{2FDB0E3C-B65A-A24A-96DA-7D7AE84EB18A}"/>
              </a:ext>
            </a:extLst>
          </p:cNvPr>
          <p:cNvSpPr>
            <a:spLocks noGrp="1"/>
          </p:cNvSpPr>
          <p:nvPr>
            <p:ph type="sldNum" sz="quarter" idx="4294967295"/>
          </p:nvPr>
        </p:nvSpPr>
        <p:spPr>
          <a:xfrm>
            <a:off x="11539961" y="6486922"/>
            <a:ext cx="470833" cy="215444"/>
          </a:xfrm>
          <a:prstGeom prst="rect">
            <a:avLst/>
          </a:prstGeom>
          <a:noFill/>
          <a:ln w="6350">
            <a:noFill/>
          </a:ln>
        </p:spPr>
        <p:txBody>
          <a:bodyPr tIns="0" bIns="0" anchor="t">
            <a:spAutoFit/>
          </a:bodyPr>
          <a:lstStyle>
            <a:lvl1pPr>
              <a:defRPr b="0" i="0">
                <a:solidFill>
                  <a:schemeClr val="bg1"/>
                </a:solidFill>
                <a:latin typeface="Source Sans Pro" panose="020B0503030403020204" pitchFamily="34" charset="0"/>
              </a:defRPr>
            </a:lvl1pPr>
          </a:lstStyle>
          <a:p>
            <a:pPr algn="ctr"/>
            <a:fld id="{6625A8D5-DBAF-8845-9299-98FFBA23C9BF}" type="slidenum">
              <a:rPr lang="en-US" sz="1400" smtClean="0">
                <a:cs typeface="Arial" panose="020B0604020202020204" pitchFamily="34" charset="0"/>
              </a:rPr>
              <a:pPr algn="ctr"/>
              <a:t>‹#›</a:t>
            </a:fld>
            <a:endParaRPr lang="en-US" sz="1400" dirty="0">
              <a:cs typeface="Arial" panose="020B0604020202020204" pitchFamily="34" charset="0"/>
            </a:endParaRPr>
          </a:p>
        </p:txBody>
      </p:sp>
      <p:sp>
        <p:nvSpPr>
          <p:cNvPr id="17" name="Text Placeholder 9">
            <a:extLst>
              <a:ext uri="{FF2B5EF4-FFF2-40B4-BE49-F238E27FC236}">
                <a16:creationId xmlns:a16="http://schemas.microsoft.com/office/drawing/2014/main" id="{2A91190E-987F-3D4D-9686-5D75BE426496}"/>
              </a:ext>
            </a:extLst>
          </p:cNvPr>
          <p:cNvSpPr>
            <a:spLocks noGrp="1"/>
          </p:cNvSpPr>
          <p:nvPr>
            <p:ph type="body" sz="quarter" idx="12" hasCustomPrompt="1"/>
          </p:nvPr>
        </p:nvSpPr>
        <p:spPr>
          <a:xfrm>
            <a:off x="3278371" y="6497693"/>
            <a:ext cx="6826127" cy="193899"/>
          </a:xfrm>
          <a:prstGeom prst="rect">
            <a:avLst/>
          </a:prstGeom>
        </p:spPr>
        <p:txBody>
          <a:bodyPr tIns="0" bIns="0" anchor="t">
            <a:spAutoFit/>
          </a:bodyPr>
          <a:lstStyle>
            <a:lvl1pPr>
              <a:buNone/>
              <a:defRPr sz="1400" b="0" i="0">
                <a:solidFill>
                  <a:schemeClr val="bg1"/>
                </a:solidFill>
                <a:latin typeface="Source Sans Pro" panose="020B0503030403020204" pitchFamily="34" charset="0"/>
              </a:defRPr>
            </a:lvl1pPr>
          </a:lstStyle>
          <a:p>
            <a:pPr lvl="0"/>
            <a:r>
              <a:rPr lang="en-US" dirty="0"/>
              <a:t>PRESENTATION TITLE OR NICKNAME CAN LIVE HERE</a:t>
            </a:r>
          </a:p>
        </p:txBody>
      </p:sp>
      <p:sp>
        <p:nvSpPr>
          <p:cNvPr id="19" name="Text Placeholder 9">
            <a:extLst>
              <a:ext uri="{FF2B5EF4-FFF2-40B4-BE49-F238E27FC236}">
                <a16:creationId xmlns:a16="http://schemas.microsoft.com/office/drawing/2014/main" id="{822D3FD8-6681-BE4D-AA6B-BE7D511CEBC2}"/>
              </a:ext>
            </a:extLst>
          </p:cNvPr>
          <p:cNvSpPr>
            <a:spLocks noGrp="1"/>
          </p:cNvSpPr>
          <p:nvPr>
            <p:ph type="body" sz="quarter" idx="13" hasCustomPrompt="1"/>
          </p:nvPr>
        </p:nvSpPr>
        <p:spPr>
          <a:xfrm>
            <a:off x="418042" y="446017"/>
            <a:ext cx="11355916" cy="5441949"/>
          </a:xfrm>
          <a:prstGeom prst="rect">
            <a:avLst/>
          </a:prstGeom>
        </p:spPr>
        <p:txBody>
          <a:bodyPr/>
          <a:lstStyle>
            <a:lvl1pPr>
              <a:lnSpc>
                <a:spcPct val="150000"/>
              </a:lnSpc>
              <a:spcBef>
                <a:spcPts val="800"/>
              </a:spcBef>
              <a:buClr>
                <a:schemeClr val="bg1"/>
              </a:buClr>
              <a:buSzPct val="75000"/>
              <a:defRPr sz="3733" b="0" i="0">
                <a:solidFill>
                  <a:schemeClr val="bg1"/>
                </a:solidFill>
                <a:latin typeface="Source Sans Pro" panose="020B0503030403020204" pitchFamily="34" charset="0"/>
              </a:defRPr>
            </a:lvl1pPr>
            <a:lvl2pPr>
              <a:lnSpc>
                <a:spcPct val="150000"/>
              </a:lnSpc>
              <a:spcBef>
                <a:spcPts val="800"/>
              </a:spcBef>
              <a:buClr>
                <a:schemeClr val="bg1"/>
              </a:buClr>
              <a:buSzPct val="65000"/>
              <a:buFont typeface="Arial" panose="020B0604020202020204" pitchFamily="34" charset="0"/>
              <a:buChar char="•"/>
              <a:defRPr sz="3200" b="0" i="0">
                <a:solidFill>
                  <a:schemeClr val="bg1"/>
                </a:solidFill>
                <a:latin typeface="Source Sans Pro" panose="020B0503030403020204" pitchFamily="34" charset="0"/>
              </a:defRPr>
            </a:lvl2pPr>
            <a:lvl3pPr>
              <a:lnSpc>
                <a:spcPct val="150000"/>
              </a:lnSpc>
              <a:spcBef>
                <a:spcPts val="800"/>
              </a:spcBef>
              <a:buClr>
                <a:schemeClr val="bg1"/>
              </a:buClr>
              <a:buSzPct val="55000"/>
              <a:defRPr sz="2667" b="0" i="0">
                <a:solidFill>
                  <a:schemeClr val="bg1"/>
                </a:solidFill>
                <a:latin typeface="Source Sans Pro" panose="020B0503030403020204" pitchFamily="34" charset="0"/>
              </a:defRPr>
            </a:lvl3pPr>
          </a:lstStyle>
          <a:p>
            <a:pPr lvl="0"/>
            <a:r>
              <a:rPr lang="en-US" dirty="0"/>
              <a:t>Bulleted List White Text (28pt)</a:t>
            </a:r>
          </a:p>
          <a:p>
            <a:pPr lvl="1"/>
            <a:r>
              <a:rPr lang="en-US" dirty="0"/>
              <a:t>Second level (24pt)</a:t>
            </a:r>
          </a:p>
          <a:p>
            <a:pPr lvl="2"/>
            <a:r>
              <a:rPr lang="en-US" dirty="0"/>
              <a:t>Third level (20pt)</a:t>
            </a:r>
          </a:p>
        </p:txBody>
      </p:sp>
    </p:spTree>
    <p:extLst>
      <p:ext uri="{BB962C8B-B14F-4D97-AF65-F5344CB8AC3E}">
        <p14:creationId xmlns:p14="http://schemas.microsoft.com/office/powerpoint/2010/main" val="30003134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hapter Divider Slide">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1BE7801F-491D-3B44-B5E1-DD613AFC7E73}"/>
              </a:ext>
            </a:extLst>
          </p:cNvPr>
          <p:cNvGrpSpPr/>
          <p:nvPr userDrawn="1"/>
        </p:nvGrpSpPr>
        <p:grpSpPr>
          <a:xfrm>
            <a:off x="-1" y="-130628"/>
            <a:ext cx="12199405" cy="5360653"/>
            <a:chOff x="-1" y="-97971"/>
            <a:chExt cx="9149554" cy="4020490"/>
          </a:xfrm>
        </p:grpSpPr>
        <p:sp>
          <p:nvSpPr>
            <p:cNvPr id="8" name="Rectangle 7">
              <a:extLst>
                <a:ext uri="{FF2B5EF4-FFF2-40B4-BE49-F238E27FC236}">
                  <a16:creationId xmlns:a16="http://schemas.microsoft.com/office/drawing/2014/main" id="{82723300-028A-5645-BD87-CEABBF61D7B3}"/>
                </a:ext>
              </a:extLst>
            </p:cNvPr>
            <p:cNvSpPr/>
            <p:nvPr userDrawn="1"/>
          </p:nvSpPr>
          <p:spPr>
            <a:xfrm>
              <a:off x="-1" y="-97971"/>
              <a:ext cx="9149554" cy="3233057"/>
            </a:xfrm>
            <a:prstGeom prst="rect">
              <a:avLst/>
            </a:prstGeom>
            <a:solidFill>
              <a:srgbClr val="04A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solidFill>
                  <a:schemeClr val="bg1"/>
                </a:solidFill>
                <a:latin typeface="Source Sans Pro" panose="020B0503030403020204" pitchFamily="34" charset="0"/>
              </a:endParaRPr>
            </a:p>
          </p:txBody>
        </p:sp>
        <p:sp>
          <p:nvSpPr>
            <p:cNvPr id="9" name="Right Triangle 8">
              <a:extLst>
                <a:ext uri="{FF2B5EF4-FFF2-40B4-BE49-F238E27FC236}">
                  <a16:creationId xmlns:a16="http://schemas.microsoft.com/office/drawing/2014/main" id="{17426DAC-4A5D-4444-90AC-82382D437088}"/>
                </a:ext>
              </a:extLst>
            </p:cNvPr>
            <p:cNvSpPr/>
            <p:nvPr userDrawn="1"/>
          </p:nvSpPr>
          <p:spPr>
            <a:xfrm rot="10800000">
              <a:off x="2228851" y="3032261"/>
              <a:ext cx="694760" cy="890258"/>
            </a:xfrm>
            <a:prstGeom prst="rtTriangle">
              <a:avLst/>
            </a:prstGeom>
            <a:solidFill>
              <a:srgbClr val="04A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Source Sans Pro" panose="020B0503030403020204" pitchFamily="34" charset="0"/>
              </a:endParaRPr>
            </a:p>
          </p:txBody>
        </p:sp>
      </p:grpSp>
      <p:sp>
        <p:nvSpPr>
          <p:cNvPr id="12" name="Text Placeholder 4">
            <a:extLst>
              <a:ext uri="{FF2B5EF4-FFF2-40B4-BE49-F238E27FC236}">
                <a16:creationId xmlns:a16="http://schemas.microsoft.com/office/drawing/2014/main" id="{8E28F71E-4D86-B84E-9884-B2BA0F3719CB}"/>
              </a:ext>
            </a:extLst>
          </p:cNvPr>
          <p:cNvSpPr>
            <a:spLocks noGrp="1"/>
          </p:cNvSpPr>
          <p:nvPr>
            <p:ph type="body" sz="quarter" idx="10" hasCustomPrompt="1"/>
          </p:nvPr>
        </p:nvSpPr>
        <p:spPr>
          <a:xfrm>
            <a:off x="573949" y="477925"/>
            <a:ext cx="11113228" cy="3093636"/>
          </a:xfrm>
          <a:prstGeom prst="rect">
            <a:avLst/>
          </a:prstGeom>
        </p:spPr>
        <p:txBody>
          <a:bodyPr/>
          <a:lstStyle>
            <a:lvl1pPr marL="0">
              <a:buNone/>
              <a:defRPr sz="6933" b="1" i="0">
                <a:solidFill>
                  <a:schemeClr val="bg1"/>
                </a:solidFill>
                <a:latin typeface="Source Sans Pro" panose="020B0503030403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CHAPTER SLIDE:</a:t>
            </a:r>
          </a:p>
          <a:p>
            <a:pPr lvl="0"/>
            <a:r>
              <a:rPr lang="en-US" dirty="0"/>
              <a:t>TITLE GOES HERE AND HERE 52PT CAPS</a:t>
            </a:r>
          </a:p>
        </p:txBody>
      </p:sp>
      <p:sp>
        <p:nvSpPr>
          <p:cNvPr id="15" name="Text Placeholder 14">
            <a:extLst>
              <a:ext uri="{FF2B5EF4-FFF2-40B4-BE49-F238E27FC236}">
                <a16:creationId xmlns:a16="http://schemas.microsoft.com/office/drawing/2014/main" id="{B4E8AE6D-CCCE-0E47-8B74-AB8696060EFD}"/>
              </a:ext>
            </a:extLst>
          </p:cNvPr>
          <p:cNvSpPr>
            <a:spLocks noGrp="1"/>
          </p:cNvSpPr>
          <p:nvPr>
            <p:ph type="body" sz="quarter" idx="11" hasCustomPrompt="1"/>
          </p:nvPr>
        </p:nvSpPr>
        <p:spPr>
          <a:xfrm>
            <a:off x="4471989" y="4495525"/>
            <a:ext cx="7215187" cy="1717840"/>
          </a:xfrm>
          <a:prstGeom prst="rect">
            <a:avLst/>
          </a:prstGeom>
        </p:spPr>
        <p:txBody>
          <a:bodyPr/>
          <a:lstStyle>
            <a:lvl1pPr marL="0" indent="0">
              <a:buNone/>
              <a:defRPr sz="3733" b="0" i="0" baseline="0">
                <a:solidFill>
                  <a:schemeClr val="tx2"/>
                </a:solidFill>
                <a:latin typeface="Source Sans Pro" panose="020B0503030403020204" pitchFamily="34" charset="0"/>
              </a:defRPr>
            </a:lvl1pPr>
          </a:lstStyle>
          <a:p>
            <a:pPr lvl="0"/>
            <a:r>
              <a:rPr lang="en-US" dirty="0"/>
              <a:t>Additional information here for this chapter, a quote, subtitle, statement, etc. </a:t>
            </a:r>
            <a:r>
              <a:rPr lang="en-US" dirty="0" err="1"/>
              <a:t>28pt</a:t>
            </a:r>
            <a:endParaRPr lang="en-US" dirty="0"/>
          </a:p>
        </p:txBody>
      </p:sp>
    </p:spTree>
    <p:extLst>
      <p:ext uri="{BB962C8B-B14F-4D97-AF65-F5344CB8AC3E}">
        <p14:creationId xmlns:p14="http://schemas.microsoft.com/office/powerpoint/2010/main" val="29916579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General Header Slide">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D944E324-23F9-E046-A2CE-E51DCFFCEC28}"/>
              </a:ext>
            </a:extLst>
          </p:cNvPr>
          <p:cNvSpPr>
            <a:spLocks noGrp="1"/>
          </p:cNvSpPr>
          <p:nvPr>
            <p:ph type="body" sz="quarter" idx="13" hasCustomPrompt="1"/>
          </p:nvPr>
        </p:nvSpPr>
        <p:spPr>
          <a:xfrm>
            <a:off x="325069" y="1373584"/>
            <a:ext cx="11172272" cy="5105919"/>
          </a:xfrm>
          <a:prstGeom prst="rect">
            <a:avLst/>
          </a:prstGeom>
        </p:spPr>
        <p:txBody>
          <a:bodyPr/>
          <a:lstStyle>
            <a:lvl1pPr marL="0" marR="0" indent="0" algn="l" defTabSz="914377" rtl="0" eaLnBrk="1" fontAlgn="auto" latinLnBrk="0" hangingPunct="0">
              <a:lnSpc>
                <a:spcPct val="150000"/>
              </a:lnSpc>
              <a:spcBef>
                <a:spcPts val="0"/>
              </a:spcBef>
              <a:spcAft>
                <a:spcPts val="0"/>
              </a:spcAft>
              <a:buClrTx/>
              <a:buSzTx/>
              <a:buFont typeface="Arial" panose="020B0604020202020204" pitchFamily="34" charset="0"/>
              <a:buNone/>
              <a:tabLst/>
              <a:defRPr sz="3733" b="0" i="0" baseline="0">
                <a:latin typeface="Source Sans Pro" panose="020B0503030403020204" pitchFamily="34" charset="0"/>
              </a:defRPr>
            </a:lvl1pPr>
            <a:lvl2pPr>
              <a:buNone/>
              <a:defRPr/>
            </a:lvl2pPr>
            <a:lvl3pPr>
              <a:buNone/>
              <a:defRPr/>
            </a:lvl3pPr>
            <a:lvl4pPr>
              <a:buNone/>
              <a:defRPr/>
            </a:lvl4pPr>
            <a:lvl5pPr>
              <a:buNone/>
              <a:defRPr/>
            </a:lvl5pPr>
          </a:lstStyle>
          <a:p>
            <a:pPr marL="228594" marR="0" lvl="0" indent="-228594"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28pt body text (minimum for ease of viewing)</a:t>
            </a:r>
          </a:p>
        </p:txBody>
      </p:sp>
      <p:sp>
        <p:nvSpPr>
          <p:cNvPr id="6" name="Rectangle 5">
            <a:extLst>
              <a:ext uri="{FF2B5EF4-FFF2-40B4-BE49-F238E27FC236}">
                <a16:creationId xmlns:a16="http://schemas.microsoft.com/office/drawing/2014/main" id="{B53C8E07-B1CB-034C-930E-250012BEE034}"/>
              </a:ext>
            </a:extLst>
          </p:cNvPr>
          <p:cNvSpPr/>
          <p:nvPr userDrawn="1"/>
        </p:nvSpPr>
        <p:spPr>
          <a:xfrm>
            <a:off x="0" y="2"/>
            <a:ext cx="12192000" cy="45719"/>
          </a:xfrm>
          <a:prstGeom prst="rect">
            <a:avLst/>
          </a:prstGeom>
          <a:solidFill>
            <a:srgbClr val="04A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Source Sans Pro" panose="020B0503030403020204" pitchFamily="34" charset="0"/>
            </a:endParaRPr>
          </a:p>
        </p:txBody>
      </p:sp>
      <p:sp>
        <p:nvSpPr>
          <p:cNvPr id="7" name="Text Placeholder 6">
            <a:extLst>
              <a:ext uri="{FF2B5EF4-FFF2-40B4-BE49-F238E27FC236}">
                <a16:creationId xmlns:a16="http://schemas.microsoft.com/office/drawing/2014/main" id="{5964C5C6-BC04-0946-9302-7D266C169AE0}"/>
              </a:ext>
            </a:extLst>
          </p:cNvPr>
          <p:cNvSpPr>
            <a:spLocks noGrp="1"/>
          </p:cNvSpPr>
          <p:nvPr>
            <p:ph type="body" sz="quarter" idx="10" hasCustomPrompt="1"/>
          </p:nvPr>
        </p:nvSpPr>
        <p:spPr>
          <a:xfrm>
            <a:off x="325069" y="378498"/>
            <a:ext cx="9732963" cy="630239"/>
          </a:xfrm>
          <a:prstGeom prst="rect">
            <a:avLst/>
          </a:prstGeom>
        </p:spPr>
        <p:txBody>
          <a:bodyPr/>
          <a:lstStyle>
            <a:lvl1pPr>
              <a:buNone/>
              <a:defRPr sz="4533" b="1" i="0">
                <a:solidFill>
                  <a:schemeClr val="tx2"/>
                </a:solidFill>
                <a:latin typeface="Source Sans Pro" panose="020B0503030403020204" pitchFamily="34" charset="0"/>
              </a:defRPr>
            </a:lvl1pPr>
          </a:lstStyle>
          <a:p>
            <a:pPr lvl="0"/>
            <a:r>
              <a:rPr lang="en-US" dirty="0"/>
              <a:t>LEFT HEADER: 34PT CAPS</a:t>
            </a:r>
          </a:p>
        </p:txBody>
      </p:sp>
    </p:spTree>
    <p:extLst>
      <p:ext uri="{BB962C8B-B14F-4D97-AF65-F5344CB8AC3E}">
        <p14:creationId xmlns:p14="http://schemas.microsoft.com/office/powerpoint/2010/main" val="36773245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General w/JAX name, Title, Page#">
    <p:spTree>
      <p:nvGrpSpPr>
        <p:cNvPr id="1" name=""/>
        <p:cNvGrpSpPr/>
        <p:nvPr/>
      </p:nvGrpSpPr>
      <p:grpSpPr>
        <a:xfrm>
          <a:off x="0" y="0"/>
          <a:ext cx="0" cy="0"/>
          <a:chOff x="0" y="0"/>
          <a:chExt cx="0" cy="0"/>
        </a:xfrm>
      </p:grpSpPr>
      <p:sp>
        <p:nvSpPr>
          <p:cNvPr id="4" name="Slide Number Placeholder 17">
            <a:extLst>
              <a:ext uri="{FF2B5EF4-FFF2-40B4-BE49-F238E27FC236}">
                <a16:creationId xmlns:a16="http://schemas.microsoft.com/office/drawing/2014/main" id="{A7765B19-81AD-F74F-AF49-13AEF84E7B96}"/>
              </a:ext>
            </a:extLst>
          </p:cNvPr>
          <p:cNvSpPr>
            <a:spLocks noGrp="1"/>
          </p:cNvSpPr>
          <p:nvPr>
            <p:ph type="sldNum" sz="quarter" idx="4294967295"/>
          </p:nvPr>
        </p:nvSpPr>
        <p:spPr>
          <a:xfrm>
            <a:off x="11539961" y="6486922"/>
            <a:ext cx="470833" cy="215444"/>
          </a:xfrm>
          <a:prstGeom prst="rect">
            <a:avLst/>
          </a:prstGeom>
          <a:noFill/>
          <a:ln w="6350">
            <a:noFill/>
          </a:ln>
        </p:spPr>
        <p:txBody>
          <a:bodyPr tIns="0" bIns="0" anchor="t">
            <a:spAutoFit/>
          </a:bodyPr>
          <a:lstStyle>
            <a:lvl1pPr>
              <a:defRPr b="0" i="0">
                <a:solidFill>
                  <a:schemeClr val="tx2"/>
                </a:solidFill>
                <a:latin typeface="Source Sans Pro" panose="020B0503030403020204" pitchFamily="34" charset="0"/>
              </a:defRPr>
            </a:lvl1pPr>
          </a:lstStyle>
          <a:p>
            <a:pPr algn="ctr"/>
            <a:fld id="{6625A8D5-DBAF-8845-9299-98FFBA23C9BF}" type="slidenum">
              <a:rPr lang="en-US" sz="1400" smtClean="0">
                <a:cs typeface="Arial" panose="020B0604020202020204" pitchFamily="34" charset="0"/>
              </a:rPr>
              <a:pPr algn="ctr"/>
              <a:t>‹#›</a:t>
            </a:fld>
            <a:endParaRPr lang="en-US" sz="1400" dirty="0">
              <a:cs typeface="Arial" panose="020B0604020202020204" pitchFamily="34" charset="0"/>
            </a:endParaRPr>
          </a:p>
        </p:txBody>
      </p:sp>
      <p:grpSp>
        <p:nvGrpSpPr>
          <p:cNvPr id="2" name="Group 1">
            <a:extLst>
              <a:ext uri="{FF2B5EF4-FFF2-40B4-BE49-F238E27FC236}">
                <a16:creationId xmlns:a16="http://schemas.microsoft.com/office/drawing/2014/main" id="{97FF56CD-6A60-5D41-AC6D-756DC18EA01A}"/>
              </a:ext>
            </a:extLst>
          </p:cNvPr>
          <p:cNvGrpSpPr/>
          <p:nvPr userDrawn="1"/>
        </p:nvGrpSpPr>
        <p:grpSpPr>
          <a:xfrm>
            <a:off x="0" y="6366265"/>
            <a:ext cx="12192000" cy="385623"/>
            <a:chOff x="0" y="4774698"/>
            <a:chExt cx="9144000" cy="289217"/>
          </a:xfrm>
        </p:grpSpPr>
        <p:sp>
          <p:nvSpPr>
            <p:cNvPr id="5" name="Rectangle 4">
              <a:extLst>
                <a:ext uri="{FF2B5EF4-FFF2-40B4-BE49-F238E27FC236}">
                  <a16:creationId xmlns:a16="http://schemas.microsoft.com/office/drawing/2014/main" id="{140FBF9D-2125-7E42-8EEB-F5AC32193357}"/>
                </a:ext>
              </a:extLst>
            </p:cNvPr>
            <p:cNvSpPr/>
            <p:nvPr userDrawn="1"/>
          </p:nvSpPr>
          <p:spPr>
            <a:xfrm>
              <a:off x="0" y="4774698"/>
              <a:ext cx="9144000" cy="34289"/>
            </a:xfrm>
            <a:prstGeom prst="rect">
              <a:avLst/>
            </a:prstGeom>
            <a:solidFill>
              <a:srgbClr val="04A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Source Sans Pro" panose="020B0503030403020204" pitchFamily="34" charset="0"/>
              </a:endParaRPr>
            </a:p>
          </p:txBody>
        </p:sp>
        <p:sp>
          <p:nvSpPr>
            <p:cNvPr id="7" name="Right Triangle 6">
              <a:extLst>
                <a:ext uri="{FF2B5EF4-FFF2-40B4-BE49-F238E27FC236}">
                  <a16:creationId xmlns:a16="http://schemas.microsoft.com/office/drawing/2014/main" id="{95242366-61CD-5449-86EB-92143117F000}"/>
                </a:ext>
              </a:extLst>
            </p:cNvPr>
            <p:cNvSpPr/>
            <p:nvPr userDrawn="1"/>
          </p:nvSpPr>
          <p:spPr>
            <a:xfrm rot="10800000" flipH="1">
              <a:off x="2225844" y="4791842"/>
              <a:ext cx="232934" cy="272073"/>
            </a:xfrm>
            <a:prstGeom prst="rtTriangle">
              <a:avLst/>
            </a:prstGeom>
            <a:solidFill>
              <a:srgbClr val="04A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Source Sans Pro" panose="020B0503030403020204" pitchFamily="34" charset="0"/>
              </a:endParaRPr>
            </a:p>
          </p:txBody>
        </p:sp>
      </p:grpSp>
      <p:sp>
        <p:nvSpPr>
          <p:cNvPr id="11" name="Text Placeholder 9">
            <a:extLst>
              <a:ext uri="{FF2B5EF4-FFF2-40B4-BE49-F238E27FC236}">
                <a16:creationId xmlns:a16="http://schemas.microsoft.com/office/drawing/2014/main" id="{5986D113-80CA-7F47-A29A-74D32ABAD006}"/>
              </a:ext>
            </a:extLst>
          </p:cNvPr>
          <p:cNvSpPr>
            <a:spLocks noGrp="1"/>
          </p:cNvSpPr>
          <p:nvPr>
            <p:ph type="body" sz="quarter" idx="12" hasCustomPrompt="1"/>
          </p:nvPr>
        </p:nvSpPr>
        <p:spPr>
          <a:xfrm>
            <a:off x="3278371" y="6497693"/>
            <a:ext cx="6826127" cy="193899"/>
          </a:xfrm>
          <a:prstGeom prst="rect">
            <a:avLst/>
          </a:prstGeom>
        </p:spPr>
        <p:txBody>
          <a:bodyPr tIns="0" bIns="0" anchor="t">
            <a:spAutoFit/>
          </a:bodyPr>
          <a:lstStyle>
            <a:lvl1pPr>
              <a:buNone/>
              <a:defRPr sz="1400" b="0" i="0">
                <a:solidFill>
                  <a:schemeClr val="tx2"/>
                </a:solidFill>
                <a:latin typeface="Source Sans Pro" panose="020B0503030403020204" pitchFamily="34" charset="0"/>
              </a:defRPr>
            </a:lvl1pPr>
          </a:lstStyle>
          <a:p>
            <a:pPr lvl="0"/>
            <a:r>
              <a:rPr lang="en-US" dirty="0"/>
              <a:t>PRESENTATION TITLE OR NICKNAME CAN LIVE HERE</a:t>
            </a:r>
          </a:p>
        </p:txBody>
      </p:sp>
      <p:sp>
        <p:nvSpPr>
          <p:cNvPr id="13" name="Text Placeholder 9">
            <a:extLst>
              <a:ext uri="{FF2B5EF4-FFF2-40B4-BE49-F238E27FC236}">
                <a16:creationId xmlns:a16="http://schemas.microsoft.com/office/drawing/2014/main" id="{F58ECC1F-A3B0-AF45-924F-AAD097B17E4E}"/>
              </a:ext>
            </a:extLst>
          </p:cNvPr>
          <p:cNvSpPr>
            <a:spLocks noGrp="1"/>
          </p:cNvSpPr>
          <p:nvPr>
            <p:ph type="body" sz="quarter" idx="14" hasCustomPrompt="1"/>
          </p:nvPr>
        </p:nvSpPr>
        <p:spPr>
          <a:xfrm>
            <a:off x="325069" y="560917"/>
            <a:ext cx="11172272" cy="5105919"/>
          </a:xfrm>
          <a:prstGeom prst="rect">
            <a:avLst/>
          </a:prstGeom>
        </p:spPr>
        <p:txBody>
          <a:bodyPr/>
          <a:lstStyle>
            <a:lvl1pPr marL="0" marR="0" indent="0" algn="l" defTabSz="914377" rtl="0" eaLnBrk="1" fontAlgn="auto" latinLnBrk="0" hangingPunct="0">
              <a:lnSpc>
                <a:spcPct val="150000"/>
              </a:lnSpc>
              <a:spcBef>
                <a:spcPts val="0"/>
              </a:spcBef>
              <a:spcAft>
                <a:spcPts val="0"/>
              </a:spcAft>
              <a:buClrTx/>
              <a:buSzTx/>
              <a:buFont typeface="Arial" panose="020B0604020202020204" pitchFamily="34" charset="0"/>
              <a:buNone/>
              <a:tabLst/>
              <a:defRPr sz="3733" b="0" i="0" baseline="0">
                <a:latin typeface="Source Sans Pro" panose="020B0503030403020204" pitchFamily="34" charset="0"/>
              </a:defRPr>
            </a:lvl1pPr>
            <a:lvl2pPr>
              <a:buNone/>
              <a:defRPr/>
            </a:lvl2pPr>
            <a:lvl3pPr>
              <a:buNone/>
              <a:defRPr/>
            </a:lvl3pPr>
            <a:lvl4pPr>
              <a:buNone/>
              <a:defRPr/>
            </a:lvl4pPr>
            <a:lvl5pPr>
              <a:buNone/>
              <a:defRPr/>
            </a:lvl5pPr>
          </a:lstStyle>
          <a:p>
            <a:pPr marL="228594" marR="0" lvl="0" indent="-228594"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28pt body text (minimum for ease of viewing)</a:t>
            </a:r>
          </a:p>
        </p:txBody>
      </p:sp>
      <p:sp>
        <p:nvSpPr>
          <p:cNvPr id="8" name="TextBox 7">
            <a:extLst>
              <a:ext uri="{FF2B5EF4-FFF2-40B4-BE49-F238E27FC236}">
                <a16:creationId xmlns:a16="http://schemas.microsoft.com/office/drawing/2014/main" id="{2F84E2E4-5D05-6391-6FA2-E1B091136258}"/>
              </a:ext>
            </a:extLst>
          </p:cNvPr>
          <p:cNvSpPr txBox="1"/>
          <p:nvPr userDrawn="1"/>
        </p:nvSpPr>
        <p:spPr>
          <a:xfrm>
            <a:off x="1" y="6486922"/>
            <a:ext cx="2967791" cy="215444"/>
          </a:xfrm>
          <a:prstGeom prst="rect">
            <a:avLst/>
          </a:prstGeom>
          <a:noFill/>
        </p:spPr>
        <p:txBody>
          <a:bodyPr wrap="square" tIns="0" bIns="0" rtlCol="0" anchor="t">
            <a:spAutoFit/>
          </a:bodyPr>
          <a:lstStyle/>
          <a:p>
            <a:pPr algn="r"/>
            <a:r>
              <a:rPr lang="en-US" sz="1400" b="1" i="0" spc="67" baseline="0" dirty="0">
                <a:solidFill>
                  <a:schemeClr val="bg2">
                    <a:lumMod val="50000"/>
                  </a:schemeClr>
                </a:solidFill>
                <a:latin typeface="Source Sans Pro" panose="020B0503030403020204" pitchFamily="34" charset="0"/>
                <a:cs typeface="Arial" panose="020B0604020202020204" pitchFamily="34" charset="0"/>
              </a:rPr>
              <a:t>THE JACKSON LABORATORY</a:t>
            </a:r>
          </a:p>
        </p:txBody>
      </p:sp>
    </p:spTree>
    <p:extLst>
      <p:ext uri="{BB962C8B-B14F-4D97-AF65-F5344CB8AC3E}">
        <p14:creationId xmlns:p14="http://schemas.microsoft.com/office/powerpoint/2010/main" val="317363930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Gray w/JAX name, Title, P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8C89480-D3DF-8748-8722-1FFFFD7A55FD}"/>
              </a:ext>
            </a:extLst>
          </p:cNvPr>
          <p:cNvSpPr/>
          <p:nvPr userDrawn="1"/>
        </p:nvSpPr>
        <p:spPr>
          <a:xfrm>
            <a:off x="0" y="6366265"/>
            <a:ext cx="12192000" cy="49173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Source Sans Pro" panose="020B0503030403020204" pitchFamily="34" charset="0"/>
            </a:endParaRPr>
          </a:p>
        </p:txBody>
      </p:sp>
      <p:sp>
        <p:nvSpPr>
          <p:cNvPr id="7" name="Right Triangle 6">
            <a:extLst>
              <a:ext uri="{FF2B5EF4-FFF2-40B4-BE49-F238E27FC236}">
                <a16:creationId xmlns:a16="http://schemas.microsoft.com/office/drawing/2014/main" id="{36B33EAC-AF78-ED4B-90C7-47F2FDB0F5BC}"/>
              </a:ext>
            </a:extLst>
          </p:cNvPr>
          <p:cNvSpPr/>
          <p:nvPr userDrawn="1"/>
        </p:nvSpPr>
        <p:spPr>
          <a:xfrm rot="10800000" flipH="1">
            <a:off x="3016780" y="6325921"/>
            <a:ext cx="364689" cy="425967"/>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Source Sans Pro" panose="020B0503030403020204" pitchFamily="34" charset="0"/>
            </a:endParaRPr>
          </a:p>
        </p:txBody>
      </p:sp>
      <p:sp>
        <p:nvSpPr>
          <p:cNvPr id="13" name="Slide Number Placeholder 17">
            <a:extLst>
              <a:ext uri="{FF2B5EF4-FFF2-40B4-BE49-F238E27FC236}">
                <a16:creationId xmlns:a16="http://schemas.microsoft.com/office/drawing/2014/main" id="{B60A824E-FEEF-FA4E-9895-D1C8877C0C5F}"/>
              </a:ext>
            </a:extLst>
          </p:cNvPr>
          <p:cNvSpPr>
            <a:spLocks noGrp="1"/>
          </p:cNvSpPr>
          <p:nvPr>
            <p:ph type="sldNum" sz="quarter" idx="4294967295"/>
          </p:nvPr>
        </p:nvSpPr>
        <p:spPr>
          <a:xfrm>
            <a:off x="11539961" y="6486922"/>
            <a:ext cx="470833" cy="215444"/>
          </a:xfrm>
          <a:prstGeom prst="rect">
            <a:avLst/>
          </a:prstGeom>
          <a:noFill/>
          <a:ln w="6350">
            <a:noFill/>
          </a:ln>
        </p:spPr>
        <p:txBody>
          <a:bodyPr tIns="0" bIns="0" anchor="t">
            <a:spAutoFit/>
          </a:bodyPr>
          <a:lstStyle>
            <a:lvl1pPr>
              <a:defRPr b="0" i="0">
                <a:solidFill>
                  <a:schemeClr val="bg1"/>
                </a:solidFill>
                <a:latin typeface="Source Sans Pro" panose="020B0503030403020204" pitchFamily="34" charset="0"/>
              </a:defRPr>
            </a:lvl1pPr>
          </a:lstStyle>
          <a:p>
            <a:pPr algn="ctr"/>
            <a:fld id="{6625A8D5-DBAF-8845-9299-98FFBA23C9BF}" type="slidenum">
              <a:rPr lang="en-US" sz="1400" smtClean="0">
                <a:cs typeface="Arial" panose="020B0604020202020204" pitchFamily="34" charset="0"/>
              </a:rPr>
              <a:pPr algn="ctr"/>
              <a:t>‹#›</a:t>
            </a:fld>
            <a:endParaRPr lang="en-US" sz="1400" dirty="0">
              <a:cs typeface="Arial" panose="020B0604020202020204" pitchFamily="34" charset="0"/>
            </a:endParaRPr>
          </a:p>
        </p:txBody>
      </p:sp>
      <p:sp>
        <p:nvSpPr>
          <p:cNvPr id="15" name="Text Placeholder 9">
            <a:extLst>
              <a:ext uri="{FF2B5EF4-FFF2-40B4-BE49-F238E27FC236}">
                <a16:creationId xmlns:a16="http://schemas.microsoft.com/office/drawing/2014/main" id="{2211C028-FA6A-4443-92CD-F57FCCAE7F41}"/>
              </a:ext>
            </a:extLst>
          </p:cNvPr>
          <p:cNvSpPr>
            <a:spLocks noGrp="1"/>
          </p:cNvSpPr>
          <p:nvPr>
            <p:ph type="body" sz="quarter" idx="12" hasCustomPrompt="1"/>
          </p:nvPr>
        </p:nvSpPr>
        <p:spPr>
          <a:xfrm>
            <a:off x="3278371" y="6497693"/>
            <a:ext cx="6826127" cy="193899"/>
          </a:xfrm>
          <a:prstGeom prst="rect">
            <a:avLst/>
          </a:prstGeom>
        </p:spPr>
        <p:txBody>
          <a:bodyPr tIns="0" bIns="0" anchor="t">
            <a:spAutoFit/>
          </a:bodyPr>
          <a:lstStyle>
            <a:lvl1pPr>
              <a:buNone/>
              <a:defRPr sz="1400" b="0" i="0">
                <a:solidFill>
                  <a:schemeClr val="bg1"/>
                </a:solidFill>
                <a:latin typeface="Source Sans Pro" panose="020B0503030403020204" pitchFamily="34" charset="0"/>
              </a:defRPr>
            </a:lvl1pPr>
          </a:lstStyle>
          <a:p>
            <a:pPr lvl="0"/>
            <a:r>
              <a:rPr lang="en-US" dirty="0"/>
              <a:t>PRESENTATION TITLE OR NICKNAME CAN LIVE HERE</a:t>
            </a:r>
          </a:p>
        </p:txBody>
      </p:sp>
      <p:sp>
        <p:nvSpPr>
          <p:cNvPr id="10" name="Text Placeholder 9">
            <a:extLst>
              <a:ext uri="{FF2B5EF4-FFF2-40B4-BE49-F238E27FC236}">
                <a16:creationId xmlns:a16="http://schemas.microsoft.com/office/drawing/2014/main" id="{6E2021D8-CF06-1648-A34D-B933BE729F43}"/>
              </a:ext>
            </a:extLst>
          </p:cNvPr>
          <p:cNvSpPr>
            <a:spLocks noGrp="1"/>
          </p:cNvSpPr>
          <p:nvPr>
            <p:ph type="body" sz="quarter" idx="14" hasCustomPrompt="1"/>
          </p:nvPr>
        </p:nvSpPr>
        <p:spPr>
          <a:xfrm>
            <a:off x="325069" y="560917"/>
            <a:ext cx="11172272" cy="5105919"/>
          </a:xfrm>
          <a:prstGeom prst="rect">
            <a:avLst/>
          </a:prstGeom>
        </p:spPr>
        <p:txBody>
          <a:bodyPr/>
          <a:lstStyle>
            <a:lvl1pPr marL="0" marR="0" indent="0" algn="l" defTabSz="914377" rtl="0" eaLnBrk="1" fontAlgn="auto" latinLnBrk="0" hangingPunct="0">
              <a:lnSpc>
                <a:spcPct val="150000"/>
              </a:lnSpc>
              <a:spcBef>
                <a:spcPts val="0"/>
              </a:spcBef>
              <a:spcAft>
                <a:spcPts val="0"/>
              </a:spcAft>
              <a:buClrTx/>
              <a:buSzTx/>
              <a:buFont typeface="Arial" panose="020B0604020202020204" pitchFamily="34" charset="0"/>
              <a:buNone/>
              <a:tabLst/>
              <a:defRPr sz="3733" b="0" i="0" baseline="0">
                <a:latin typeface="Source Sans Pro" panose="020B0503030403020204" pitchFamily="34" charset="0"/>
              </a:defRPr>
            </a:lvl1pPr>
            <a:lvl2pPr>
              <a:buNone/>
              <a:defRPr/>
            </a:lvl2pPr>
            <a:lvl3pPr>
              <a:buNone/>
              <a:defRPr/>
            </a:lvl3pPr>
            <a:lvl4pPr>
              <a:buNone/>
              <a:defRPr/>
            </a:lvl4pPr>
            <a:lvl5pPr>
              <a:buNone/>
              <a:defRPr/>
            </a:lvl5pPr>
          </a:lstStyle>
          <a:p>
            <a:pPr marL="228594" marR="0" lvl="0" indent="-228594"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28pt body text (minimum for ease of viewing)</a:t>
            </a:r>
          </a:p>
        </p:txBody>
      </p:sp>
      <p:sp>
        <p:nvSpPr>
          <p:cNvPr id="2" name="TextBox 1">
            <a:extLst>
              <a:ext uri="{FF2B5EF4-FFF2-40B4-BE49-F238E27FC236}">
                <a16:creationId xmlns:a16="http://schemas.microsoft.com/office/drawing/2014/main" id="{342FFFE3-6F6B-1835-F7D9-59F0EBC781B8}"/>
              </a:ext>
            </a:extLst>
          </p:cNvPr>
          <p:cNvSpPr txBox="1"/>
          <p:nvPr userDrawn="1"/>
        </p:nvSpPr>
        <p:spPr>
          <a:xfrm>
            <a:off x="1" y="6486922"/>
            <a:ext cx="2967791" cy="215444"/>
          </a:xfrm>
          <a:prstGeom prst="rect">
            <a:avLst/>
          </a:prstGeom>
          <a:noFill/>
        </p:spPr>
        <p:txBody>
          <a:bodyPr wrap="square" tIns="0" bIns="0" rtlCol="0" anchor="t">
            <a:spAutoFit/>
          </a:bodyPr>
          <a:lstStyle/>
          <a:p>
            <a:pPr algn="r"/>
            <a:r>
              <a:rPr lang="en-US" sz="1400" b="1" i="0" spc="67" baseline="0" dirty="0">
                <a:solidFill>
                  <a:schemeClr val="bg1"/>
                </a:solidFill>
                <a:latin typeface="Source Sans Pro" panose="020B0503030403020204" pitchFamily="34" charset="0"/>
                <a:cs typeface="Arial" panose="020B0604020202020204" pitchFamily="34" charset="0"/>
              </a:rPr>
              <a:t>THE JACKSON LABORATORY</a:t>
            </a:r>
          </a:p>
        </p:txBody>
      </p:sp>
    </p:spTree>
    <p:extLst>
      <p:ext uri="{BB962C8B-B14F-4D97-AF65-F5344CB8AC3E}">
        <p14:creationId xmlns:p14="http://schemas.microsoft.com/office/powerpoint/2010/main" val="18021287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Reverse w/JAX name, Title, Page#">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ECF6741E-8CCA-4C4E-B0A3-741649C04FAB}"/>
              </a:ext>
            </a:extLst>
          </p:cNvPr>
          <p:cNvGrpSpPr/>
          <p:nvPr userDrawn="1"/>
        </p:nvGrpSpPr>
        <p:grpSpPr>
          <a:xfrm>
            <a:off x="-1" y="0"/>
            <a:ext cx="12192001" cy="6858000"/>
            <a:chOff x="-1" y="0"/>
            <a:chExt cx="9144001" cy="5143500"/>
          </a:xfrm>
        </p:grpSpPr>
        <p:sp>
          <p:nvSpPr>
            <p:cNvPr id="3" name="Rectangle 2">
              <a:extLst>
                <a:ext uri="{FF2B5EF4-FFF2-40B4-BE49-F238E27FC236}">
                  <a16:creationId xmlns:a16="http://schemas.microsoft.com/office/drawing/2014/main" id="{F4A875CD-6704-0848-BE4A-FFEEB0A59355}"/>
                </a:ext>
              </a:extLst>
            </p:cNvPr>
            <p:cNvSpPr/>
            <p:nvPr userDrawn="1"/>
          </p:nvSpPr>
          <p:spPr>
            <a:xfrm>
              <a:off x="-1" y="0"/>
              <a:ext cx="9144001" cy="5143500"/>
            </a:xfrm>
            <a:prstGeom prst="rect">
              <a:avLst/>
            </a:prstGeom>
            <a:solidFill>
              <a:srgbClr val="04A7F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Source Sans Pro" panose="020B0503030403020204" pitchFamily="34" charset="0"/>
              </a:endParaRPr>
            </a:p>
          </p:txBody>
        </p:sp>
        <p:grpSp>
          <p:nvGrpSpPr>
            <p:cNvPr id="2" name="Group 1">
              <a:extLst>
                <a:ext uri="{FF2B5EF4-FFF2-40B4-BE49-F238E27FC236}">
                  <a16:creationId xmlns:a16="http://schemas.microsoft.com/office/drawing/2014/main" id="{72388502-05BC-5945-A033-AACACF358BD9}"/>
                </a:ext>
              </a:extLst>
            </p:cNvPr>
            <p:cNvGrpSpPr/>
            <p:nvPr userDrawn="1"/>
          </p:nvGrpSpPr>
          <p:grpSpPr>
            <a:xfrm>
              <a:off x="0" y="4774698"/>
              <a:ext cx="9144000" cy="289217"/>
              <a:chOff x="0" y="4774698"/>
              <a:chExt cx="9144000" cy="289217"/>
            </a:xfrm>
          </p:grpSpPr>
          <p:sp>
            <p:nvSpPr>
              <p:cNvPr id="5" name="Rectangle 4">
                <a:extLst>
                  <a:ext uri="{FF2B5EF4-FFF2-40B4-BE49-F238E27FC236}">
                    <a16:creationId xmlns:a16="http://schemas.microsoft.com/office/drawing/2014/main" id="{2ADAB89F-AD34-6A48-A442-2F4FDC778785}"/>
                  </a:ext>
                </a:extLst>
              </p:cNvPr>
              <p:cNvSpPr/>
              <p:nvPr userDrawn="1"/>
            </p:nvSpPr>
            <p:spPr>
              <a:xfrm>
                <a:off x="0" y="4774698"/>
                <a:ext cx="9144000" cy="342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Source Sans Pro" panose="020B0503030403020204" pitchFamily="34" charset="0"/>
                </a:endParaRPr>
              </a:p>
            </p:txBody>
          </p:sp>
          <p:sp>
            <p:nvSpPr>
              <p:cNvPr id="7" name="Right Triangle 6">
                <a:extLst>
                  <a:ext uri="{FF2B5EF4-FFF2-40B4-BE49-F238E27FC236}">
                    <a16:creationId xmlns:a16="http://schemas.microsoft.com/office/drawing/2014/main" id="{2D08FF64-15EC-3D4E-9A2A-6860016F6E90}"/>
                  </a:ext>
                </a:extLst>
              </p:cNvPr>
              <p:cNvSpPr/>
              <p:nvPr userDrawn="1"/>
            </p:nvSpPr>
            <p:spPr>
              <a:xfrm rot="10800000" flipH="1">
                <a:off x="2225844" y="4791842"/>
                <a:ext cx="232934" cy="272073"/>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Source Sans Pro" panose="020B0503030403020204" pitchFamily="34" charset="0"/>
                </a:endParaRPr>
              </a:p>
            </p:txBody>
          </p:sp>
        </p:grpSp>
      </p:grpSp>
      <p:sp>
        <p:nvSpPr>
          <p:cNvPr id="15" name="Slide Number Placeholder 17">
            <a:extLst>
              <a:ext uri="{FF2B5EF4-FFF2-40B4-BE49-F238E27FC236}">
                <a16:creationId xmlns:a16="http://schemas.microsoft.com/office/drawing/2014/main" id="{2FDB0E3C-B65A-A24A-96DA-7D7AE84EB18A}"/>
              </a:ext>
            </a:extLst>
          </p:cNvPr>
          <p:cNvSpPr>
            <a:spLocks noGrp="1"/>
          </p:cNvSpPr>
          <p:nvPr>
            <p:ph type="sldNum" sz="quarter" idx="4294967295"/>
          </p:nvPr>
        </p:nvSpPr>
        <p:spPr>
          <a:xfrm>
            <a:off x="11539961" y="6486922"/>
            <a:ext cx="470833" cy="215444"/>
          </a:xfrm>
          <a:prstGeom prst="rect">
            <a:avLst/>
          </a:prstGeom>
          <a:noFill/>
          <a:ln w="6350">
            <a:noFill/>
          </a:ln>
        </p:spPr>
        <p:txBody>
          <a:bodyPr tIns="0" bIns="0" anchor="t">
            <a:spAutoFit/>
          </a:bodyPr>
          <a:lstStyle>
            <a:lvl1pPr>
              <a:defRPr b="0" i="0">
                <a:solidFill>
                  <a:schemeClr val="bg1"/>
                </a:solidFill>
                <a:latin typeface="Source Sans Pro" panose="020B0503030403020204" pitchFamily="34" charset="0"/>
              </a:defRPr>
            </a:lvl1pPr>
          </a:lstStyle>
          <a:p>
            <a:pPr algn="ctr"/>
            <a:fld id="{6625A8D5-DBAF-8845-9299-98FFBA23C9BF}" type="slidenum">
              <a:rPr lang="en-US" sz="1400" smtClean="0">
                <a:cs typeface="Arial" panose="020B0604020202020204" pitchFamily="34" charset="0"/>
              </a:rPr>
              <a:pPr algn="ctr"/>
              <a:t>‹#›</a:t>
            </a:fld>
            <a:endParaRPr lang="en-US" sz="1400" dirty="0">
              <a:cs typeface="Arial" panose="020B0604020202020204" pitchFamily="34" charset="0"/>
            </a:endParaRPr>
          </a:p>
        </p:txBody>
      </p:sp>
      <p:sp>
        <p:nvSpPr>
          <p:cNvPr id="17" name="Text Placeholder 9">
            <a:extLst>
              <a:ext uri="{FF2B5EF4-FFF2-40B4-BE49-F238E27FC236}">
                <a16:creationId xmlns:a16="http://schemas.microsoft.com/office/drawing/2014/main" id="{2A91190E-987F-3D4D-9686-5D75BE426496}"/>
              </a:ext>
            </a:extLst>
          </p:cNvPr>
          <p:cNvSpPr>
            <a:spLocks noGrp="1"/>
          </p:cNvSpPr>
          <p:nvPr>
            <p:ph type="body" sz="quarter" idx="12" hasCustomPrompt="1"/>
          </p:nvPr>
        </p:nvSpPr>
        <p:spPr>
          <a:xfrm>
            <a:off x="3278371" y="6497693"/>
            <a:ext cx="6826127" cy="193899"/>
          </a:xfrm>
          <a:prstGeom prst="rect">
            <a:avLst/>
          </a:prstGeom>
        </p:spPr>
        <p:txBody>
          <a:bodyPr tIns="0" bIns="0" anchor="t">
            <a:spAutoFit/>
          </a:bodyPr>
          <a:lstStyle>
            <a:lvl1pPr>
              <a:buNone/>
              <a:defRPr sz="1400" b="0" i="0">
                <a:solidFill>
                  <a:schemeClr val="bg1"/>
                </a:solidFill>
                <a:latin typeface="Source Sans Pro" panose="020B0503030403020204" pitchFamily="34" charset="0"/>
              </a:defRPr>
            </a:lvl1pPr>
          </a:lstStyle>
          <a:p>
            <a:pPr lvl="0"/>
            <a:r>
              <a:rPr lang="en-US" dirty="0"/>
              <a:t>PRESENTATION TITLE OR NICKNAME CAN LIVE HERE</a:t>
            </a:r>
          </a:p>
        </p:txBody>
      </p:sp>
      <p:sp>
        <p:nvSpPr>
          <p:cNvPr id="14" name="Text Placeholder 9">
            <a:extLst>
              <a:ext uri="{FF2B5EF4-FFF2-40B4-BE49-F238E27FC236}">
                <a16:creationId xmlns:a16="http://schemas.microsoft.com/office/drawing/2014/main" id="{FED1C3DA-384D-2F44-AD88-3E6B1155052F}"/>
              </a:ext>
            </a:extLst>
          </p:cNvPr>
          <p:cNvSpPr>
            <a:spLocks noGrp="1"/>
          </p:cNvSpPr>
          <p:nvPr>
            <p:ph type="body" sz="quarter" idx="15" hasCustomPrompt="1"/>
          </p:nvPr>
        </p:nvSpPr>
        <p:spPr>
          <a:xfrm>
            <a:off x="325069" y="560917"/>
            <a:ext cx="11172272" cy="3997995"/>
          </a:xfrm>
          <a:prstGeom prst="rect">
            <a:avLst/>
          </a:prstGeom>
        </p:spPr>
        <p:txBody>
          <a:bodyPr/>
          <a:lstStyle>
            <a:lvl1pPr marL="0" marR="0" indent="0" algn="l" defTabSz="914377" rtl="0" eaLnBrk="1" fontAlgn="auto" latinLnBrk="0" hangingPunct="0">
              <a:lnSpc>
                <a:spcPct val="150000"/>
              </a:lnSpc>
              <a:spcBef>
                <a:spcPts val="0"/>
              </a:spcBef>
              <a:spcAft>
                <a:spcPts val="0"/>
              </a:spcAft>
              <a:buClrTx/>
              <a:buSzTx/>
              <a:buFont typeface="Arial" panose="020B0604020202020204" pitchFamily="34" charset="0"/>
              <a:buNone/>
              <a:tabLst/>
              <a:defRPr sz="3733" b="0" i="0" baseline="0">
                <a:latin typeface="Source Sans Pro" panose="020B0503030403020204" pitchFamily="34" charset="0"/>
              </a:defRPr>
            </a:lvl1pPr>
            <a:lvl2pPr>
              <a:buNone/>
              <a:defRPr/>
            </a:lvl2pPr>
            <a:lvl3pPr>
              <a:buNone/>
              <a:defRPr/>
            </a:lvl3pPr>
            <a:lvl4pPr>
              <a:buNone/>
              <a:defRPr/>
            </a:lvl4pPr>
            <a:lvl5pPr>
              <a:buNone/>
              <a:defRPr/>
            </a:lvl5pPr>
          </a:lstStyle>
          <a:p>
            <a:pPr marL="228594" marR="0" lvl="0" indent="-228594"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28pt body text (minimum for ease of viewing)</a:t>
            </a:r>
          </a:p>
        </p:txBody>
      </p:sp>
      <p:sp>
        <p:nvSpPr>
          <p:cNvPr id="13" name="Text Placeholder 9">
            <a:extLst>
              <a:ext uri="{FF2B5EF4-FFF2-40B4-BE49-F238E27FC236}">
                <a16:creationId xmlns:a16="http://schemas.microsoft.com/office/drawing/2014/main" id="{61AE034E-2254-2B43-BEA3-1BDC0022F9F2}"/>
              </a:ext>
            </a:extLst>
          </p:cNvPr>
          <p:cNvSpPr>
            <a:spLocks noGrp="1"/>
          </p:cNvSpPr>
          <p:nvPr>
            <p:ph type="body" sz="quarter" idx="14" hasCustomPrompt="1"/>
          </p:nvPr>
        </p:nvSpPr>
        <p:spPr>
          <a:xfrm>
            <a:off x="325069" y="4944533"/>
            <a:ext cx="11172272" cy="847992"/>
          </a:xfrm>
          <a:prstGeom prst="rect">
            <a:avLst/>
          </a:prstGeom>
        </p:spPr>
        <p:txBody>
          <a:bodyPr/>
          <a:lstStyle>
            <a:lvl1pPr marL="0" marR="0" indent="0" algn="l" defTabSz="914377" rtl="0" eaLnBrk="1" fontAlgn="auto" latinLnBrk="0" hangingPunct="0">
              <a:lnSpc>
                <a:spcPct val="150000"/>
              </a:lnSpc>
              <a:spcBef>
                <a:spcPts val="0"/>
              </a:spcBef>
              <a:spcAft>
                <a:spcPts val="0"/>
              </a:spcAft>
              <a:buClrTx/>
              <a:buSzTx/>
              <a:buFont typeface="Arial" panose="020B0604020202020204" pitchFamily="34" charset="0"/>
              <a:buNone/>
              <a:tabLst/>
              <a:defRPr sz="3733" b="0" i="0" baseline="0">
                <a:solidFill>
                  <a:schemeClr val="bg1"/>
                </a:solidFill>
                <a:latin typeface="Source Sans Pro" panose="020B0503030403020204" pitchFamily="34" charset="0"/>
              </a:defRPr>
            </a:lvl1pPr>
            <a:lvl2pPr>
              <a:buNone/>
              <a:defRPr/>
            </a:lvl2pPr>
            <a:lvl3pPr>
              <a:buNone/>
              <a:defRPr/>
            </a:lvl3pPr>
            <a:lvl4pPr>
              <a:buNone/>
              <a:defRPr/>
            </a:lvl4pPr>
            <a:lvl5pPr>
              <a:buNone/>
              <a:defRPr/>
            </a:lvl5pPr>
          </a:lstStyle>
          <a:p>
            <a:pPr marL="228594" marR="0" lvl="0" indent="-228594"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Black or white text will work on this slide.</a:t>
            </a:r>
          </a:p>
        </p:txBody>
      </p:sp>
      <p:sp>
        <p:nvSpPr>
          <p:cNvPr id="6" name="TextBox 5">
            <a:extLst>
              <a:ext uri="{FF2B5EF4-FFF2-40B4-BE49-F238E27FC236}">
                <a16:creationId xmlns:a16="http://schemas.microsoft.com/office/drawing/2014/main" id="{8D59BAF0-0BEA-6110-3FAB-38CED49120F5}"/>
              </a:ext>
            </a:extLst>
          </p:cNvPr>
          <p:cNvSpPr txBox="1"/>
          <p:nvPr userDrawn="1"/>
        </p:nvSpPr>
        <p:spPr>
          <a:xfrm>
            <a:off x="1" y="6486922"/>
            <a:ext cx="2967791" cy="215444"/>
          </a:xfrm>
          <a:prstGeom prst="rect">
            <a:avLst/>
          </a:prstGeom>
          <a:noFill/>
        </p:spPr>
        <p:txBody>
          <a:bodyPr wrap="square" tIns="0" bIns="0" rtlCol="0" anchor="t">
            <a:spAutoFit/>
          </a:bodyPr>
          <a:lstStyle/>
          <a:p>
            <a:pPr algn="r"/>
            <a:r>
              <a:rPr lang="en-US" sz="1400" b="1" i="0" spc="67" baseline="0" dirty="0">
                <a:solidFill>
                  <a:schemeClr val="bg1"/>
                </a:solidFill>
                <a:latin typeface="Source Sans Pro" panose="020B0503030403020204" pitchFamily="34" charset="0"/>
                <a:cs typeface="Arial" panose="020B0604020202020204" pitchFamily="34" charset="0"/>
              </a:rPr>
              <a:t>THE JACKSON LABORATORY</a:t>
            </a:r>
          </a:p>
        </p:txBody>
      </p:sp>
    </p:spTree>
    <p:extLst>
      <p:ext uri="{BB962C8B-B14F-4D97-AF65-F5344CB8AC3E}">
        <p14:creationId xmlns:p14="http://schemas.microsoft.com/office/powerpoint/2010/main" val="4301517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Blue w/Logo and Page#">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30E12F-8FB2-AF44-BAD9-573B972EED43}"/>
              </a:ext>
            </a:extLst>
          </p:cNvPr>
          <p:cNvSpPr txBox="1"/>
          <p:nvPr userDrawn="1"/>
        </p:nvSpPr>
        <p:spPr>
          <a:xfrm>
            <a:off x="11649393" y="6460440"/>
            <a:ext cx="492177" cy="307777"/>
          </a:xfrm>
          <a:prstGeom prst="rect">
            <a:avLst/>
          </a:prstGeom>
          <a:noFill/>
        </p:spPr>
        <p:txBody>
          <a:bodyPr wrap="square" rtlCol="0">
            <a:spAutoFit/>
          </a:bodyPr>
          <a:lstStyle/>
          <a:p>
            <a:fld id="{6625A8D5-DBAF-8845-9299-98FFBA23C9BF}" type="slidenum">
              <a:rPr lang="en-US" sz="1400" b="0" i="0" smtClean="0">
                <a:solidFill>
                  <a:schemeClr val="bg2"/>
                </a:solidFill>
                <a:latin typeface="Source Sans Pro" panose="020B0503030403020204" pitchFamily="34" charset="0"/>
                <a:cs typeface="Arial" panose="020B0604020202020204" pitchFamily="34" charset="0"/>
              </a:rPr>
              <a:pPr/>
              <a:t>‹#›</a:t>
            </a:fld>
            <a:endParaRPr lang="en-US" sz="1400" b="0" i="0" dirty="0">
              <a:solidFill>
                <a:schemeClr val="bg2"/>
              </a:solidFill>
              <a:latin typeface="Source Sans Pro" panose="020B0503030403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ACE3CF96-05E5-424D-906E-FD90FB1429C9}"/>
              </a:ext>
            </a:extLst>
          </p:cNvPr>
          <p:cNvPicPr>
            <a:picLocks noChangeAspect="1"/>
          </p:cNvPicPr>
          <p:nvPr userDrawn="1"/>
        </p:nvPicPr>
        <p:blipFill rotWithShape="1">
          <a:blip r:embed="rId2"/>
          <a:srcRect r="50000"/>
          <a:stretch/>
        </p:blipFill>
        <p:spPr>
          <a:xfrm>
            <a:off x="10569387" y="6484355"/>
            <a:ext cx="534043" cy="259944"/>
          </a:xfrm>
          <a:prstGeom prst="rect">
            <a:avLst/>
          </a:prstGeom>
        </p:spPr>
      </p:pic>
      <p:sp>
        <p:nvSpPr>
          <p:cNvPr id="12" name="Text Placeholder 9">
            <a:extLst>
              <a:ext uri="{FF2B5EF4-FFF2-40B4-BE49-F238E27FC236}">
                <a16:creationId xmlns:a16="http://schemas.microsoft.com/office/drawing/2014/main" id="{B171E673-F3EF-A54F-B2C5-D338BF711A03}"/>
              </a:ext>
            </a:extLst>
          </p:cNvPr>
          <p:cNvSpPr>
            <a:spLocks noGrp="1"/>
          </p:cNvSpPr>
          <p:nvPr>
            <p:ph type="body" sz="quarter" idx="14" hasCustomPrompt="1"/>
          </p:nvPr>
        </p:nvSpPr>
        <p:spPr>
          <a:xfrm>
            <a:off x="325069" y="560917"/>
            <a:ext cx="11172272" cy="5105919"/>
          </a:xfrm>
          <a:prstGeom prst="rect">
            <a:avLst/>
          </a:prstGeom>
        </p:spPr>
        <p:txBody>
          <a:bodyPr/>
          <a:lstStyle>
            <a:lvl1pPr marL="0" marR="0" indent="0" algn="l" defTabSz="914377" rtl="0" eaLnBrk="1" fontAlgn="auto" latinLnBrk="0" hangingPunct="0">
              <a:lnSpc>
                <a:spcPct val="150000"/>
              </a:lnSpc>
              <a:spcBef>
                <a:spcPts val="0"/>
              </a:spcBef>
              <a:spcAft>
                <a:spcPts val="0"/>
              </a:spcAft>
              <a:buClrTx/>
              <a:buSzTx/>
              <a:buFont typeface="Arial" panose="020B0604020202020204" pitchFamily="34" charset="0"/>
              <a:buNone/>
              <a:tabLst/>
              <a:defRPr sz="3733" b="0" i="0" baseline="0">
                <a:latin typeface="Source Sans Pro" panose="020B0503030403020204" pitchFamily="34" charset="0"/>
              </a:defRPr>
            </a:lvl1pPr>
            <a:lvl2pPr>
              <a:buNone/>
              <a:defRPr/>
            </a:lvl2pPr>
            <a:lvl3pPr>
              <a:buNone/>
              <a:defRPr/>
            </a:lvl3pPr>
            <a:lvl4pPr>
              <a:buNone/>
              <a:defRPr/>
            </a:lvl4pPr>
            <a:lvl5pPr>
              <a:buNone/>
              <a:defRPr/>
            </a:lvl5pPr>
          </a:lstStyle>
          <a:p>
            <a:pPr marL="228594" marR="0" lvl="0" indent="-228594"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28pt body text (minimum for ease of viewing)</a:t>
            </a:r>
          </a:p>
        </p:txBody>
      </p:sp>
      <p:grpSp>
        <p:nvGrpSpPr>
          <p:cNvPr id="13" name="Group 12">
            <a:extLst>
              <a:ext uri="{FF2B5EF4-FFF2-40B4-BE49-F238E27FC236}">
                <a16:creationId xmlns:a16="http://schemas.microsoft.com/office/drawing/2014/main" id="{C1769838-2C1E-5440-BDDE-23BE2E4428F7}"/>
              </a:ext>
            </a:extLst>
          </p:cNvPr>
          <p:cNvGrpSpPr/>
          <p:nvPr userDrawn="1"/>
        </p:nvGrpSpPr>
        <p:grpSpPr>
          <a:xfrm>
            <a:off x="0" y="6366265"/>
            <a:ext cx="12192000" cy="385623"/>
            <a:chOff x="0" y="4774698"/>
            <a:chExt cx="9144000" cy="289217"/>
          </a:xfrm>
          <a:solidFill>
            <a:schemeClr val="bg2">
              <a:lumMod val="75000"/>
            </a:schemeClr>
          </a:solidFill>
        </p:grpSpPr>
        <p:sp>
          <p:nvSpPr>
            <p:cNvPr id="14" name="Rectangle 13">
              <a:extLst>
                <a:ext uri="{FF2B5EF4-FFF2-40B4-BE49-F238E27FC236}">
                  <a16:creationId xmlns:a16="http://schemas.microsoft.com/office/drawing/2014/main" id="{D9F33472-65F5-8249-A819-63D184349BAD}"/>
                </a:ext>
              </a:extLst>
            </p:cNvPr>
            <p:cNvSpPr/>
            <p:nvPr userDrawn="1"/>
          </p:nvSpPr>
          <p:spPr>
            <a:xfrm>
              <a:off x="0" y="4774698"/>
              <a:ext cx="9144000" cy="3428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solidFill>
                  <a:schemeClr val="bg1"/>
                </a:solidFill>
                <a:latin typeface="Source Sans Pro" panose="020B0503030403020204" pitchFamily="34" charset="0"/>
              </a:endParaRPr>
            </a:p>
          </p:txBody>
        </p:sp>
        <p:sp>
          <p:nvSpPr>
            <p:cNvPr id="15" name="Right Triangle 14">
              <a:extLst>
                <a:ext uri="{FF2B5EF4-FFF2-40B4-BE49-F238E27FC236}">
                  <a16:creationId xmlns:a16="http://schemas.microsoft.com/office/drawing/2014/main" id="{296ED723-6154-9843-9E4E-DD8E188E1F02}"/>
                </a:ext>
              </a:extLst>
            </p:cNvPr>
            <p:cNvSpPr/>
            <p:nvPr userDrawn="1"/>
          </p:nvSpPr>
          <p:spPr>
            <a:xfrm rot="10800000">
              <a:off x="8432742" y="4791842"/>
              <a:ext cx="232934" cy="272073"/>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Source Sans Pro" panose="020B0503030403020204" pitchFamily="34" charset="0"/>
              </a:endParaRPr>
            </a:p>
          </p:txBody>
        </p:sp>
      </p:grpSp>
    </p:spTree>
    <p:extLst>
      <p:ext uri="{BB962C8B-B14F-4D97-AF65-F5344CB8AC3E}">
        <p14:creationId xmlns:p14="http://schemas.microsoft.com/office/powerpoint/2010/main" val="39331679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Gray w/Logo and Page#">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2FA1161-4F71-3D49-B447-5988CD0A7DA4}"/>
              </a:ext>
            </a:extLst>
          </p:cNvPr>
          <p:cNvSpPr txBox="1"/>
          <p:nvPr userDrawn="1"/>
        </p:nvSpPr>
        <p:spPr>
          <a:xfrm>
            <a:off x="11649393" y="6460440"/>
            <a:ext cx="492177" cy="307777"/>
          </a:xfrm>
          <a:prstGeom prst="rect">
            <a:avLst/>
          </a:prstGeom>
          <a:noFill/>
        </p:spPr>
        <p:txBody>
          <a:bodyPr wrap="square" rtlCol="0">
            <a:spAutoFit/>
          </a:bodyPr>
          <a:lstStyle/>
          <a:p>
            <a:fld id="{6625A8D5-DBAF-8845-9299-98FFBA23C9BF}" type="slidenum">
              <a:rPr lang="en-US" sz="1400" b="0" i="0" smtClean="0">
                <a:solidFill>
                  <a:schemeClr val="tx2"/>
                </a:solidFill>
                <a:latin typeface="Source Sans Pro" panose="020B0503030403020204" pitchFamily="34" charset="0"/>
                <a:cs typeface="Arial" panose="020B0604020202020204" pitchFamily="34" charset="0"/>
              </a:rPr>
              <a:pPr/>
              <a:t>‹#›</a:t>
            </a:fld>
            <a:endParaRPr lang="en-US" sz="1400" b="0" i="0" dirty="0">
              <a:solidFill>
                <a:schemeClr val="tx2"/>
              </a:solidFill>
              <a:latin typeface="Source Sans Pro" panose="020B0503030403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7AF9A9C3-3E01-EA40-AED8-6F538928103C}"/>
              </a:ext>
            </a:extLst>
          </p:cNvPr>
          <p:cNvPicPr>
            <a:picLocks noChangeAspect="1"/>
          </p:cNvPicPr>
          <p:nvPr userDrawn="1"/>
        </p:nvPicPr>
        <p:blipFill rotWithShape="1">
          <a:blip r:embed="rId2"/>
          <a:srcRect r="50000"/>
          <a:stretch/>
        </p:blipFill>
        <p:spPr>
          <a:xfrm>
            <a:off x="10569387" y="6484355"/>
            <a:ext cx="534043" cy="259944"/>
          </a:xfrm>
          <a:prstGeom prst="rect">
            <a:avLst/>
          </a:prstGeom>
        </p:spPr>
      </p:pic>
      <p:sp>
        <p:nvSpPr>
          <p:cNvPr id="11" name="Text Placeholder 9">
            <a:extLst>
              <a:ext uri="{FF2B5EF4-FFF2-40B4-BE49-F238E27FC236}">
                <a16:creationId xmlns:a16="http://schemas.microsoft.com/office/drawing/2014/main" id="{E0B26E3F-CBC5-0247-97AE-28C578E83C71}"/>
              </a:ext>
            </a:extLst>
          </p:cNvPr>
          <p:cNvSpPr>
            <a:spLocks noGrp="1"/>
          </p:cNvSpPr>
          <p:nvPr>
            <p:ph type="body" sz="quarter" idx="14" hasCustomPrompt="1"/>
          </p:nvPr>
        </p:nvSpPr>
        <p:spPr>
          <a:xfrm>
            <a:off x="325069" y="560917"/>
            <a:ext cx="11172272" cy="5105919"/>
          </a:xfrm>
          <a:prstGeom prst="rect">
            <a:avLst/>
          </a:prstGeom>
        </p:spPr>
        <p:txBody>
          <a:bodyPr/>
          <a:lstStyle>
            <a:lvl1pPr marL="0" marR="0" indent="0" algn="l" defTabSz="914377" rtl="0" eaLnBrk="1" fontAlgn="auto" latinLnBrk="0" hangingPunct="0">
              <a:lnSpc>
                <a:spcPct val="150000"/>
              </a:lnSpc>
              <a:spcBef>
                <a:spcPts val="0"/>
              </a:spcBef>
              <a:spcAft>
                <a:spcPts val="0"/>
              </a:spcAft>
              <a:buClrTx/>
              <a:buSzTx/>
              <a:buFont typeface="Arial" panose="020B0604020202020204" pitchFamily="34" charset="0"/>
              <a:buNone/>
              <a:tabLst/>
              <a:defRPr sz="3733" b="0" i="0" baseline="0">
                <a:latin typeface="Source Sans Pro" panose="020B0503030403020204" pitchFamily="34" charset="0"/>
              </a:defRPr>
            </a:lvl1pPr>
            <a:lvl2pPr>
              <a:buNone/>
              <a:defRPr/>
            </a:lvl2pPr>
            <a:lvl3pPr>
              <a:buNone/>
              <a:defRPr/>
            </a:lvl3pPr>
            <a:lvl4pPr>
              <a:buNone/>
              <a:defRPr/>
            </a:lvl4pPr>
            <a:lvl5pPr>
              <a:buNone/>
              <a:defRPr/>
            </a:lvl5pPr>
          </a:lstStyle>
          <a:p>
            <a:pPr marL="228594" marR="0" lvl="0" indent="-228594"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28pt body text (minimum for ease of viewing)</a:t>
            </a:r>
          </a:p>
        </p:txBody>
      </p:sp>
      <p:grpSp>
        <p:nvGrpSpPr>
          <p:cNvPr id="15" name="Group 14">
            <a:extLst>
              <a:ext uri="{FF2B5EF4-FFF2-40B4-BE49-F238E27FC236}">
                <a16:creationId xmlns:a16="http://schemas.microsoft.com/office/drawing/2014/main" id="{B4549D79-BC67-FE4F-8F17-1D6E6081354B}"/>
              </a:ext>
            </a:extLst>
          </p:cNvPr>
          <p:cNvGrpSpPr/>
          <p:nvPr userDrawn="1"/>
        </p:nvGrpSpPr>
        <p:grpSpPr>
          <a:xfrm>
            <a:off x="0" y="6366265"/>
            <a:ext cx="12192000" cy="385623"/>
            <a:chOff x="0" y="4774698"/>
            <a:chExt cx="9144000" cy="289217"/>
          </a:xfrm>
          <a:solidFill>
            <a:schemeClr val="accent1"/>
          </a:solidFill>
        </p:grpSpPr>
        <p:sp>
          <p:nvSpPr>
            <p:cNvPr id="16" name="Rectangle 15">
              <a:extLst>
                <a:ext uri="{FF2B5EF4-FFF2-40B4-BE49-F238E27FC236}">
                  <a16:creationId xmlns:a16="http://schemas.microsoft.com/office/drawing/2014/main" id="{FC87542C-7242-FA4C-A2DA-A68A513178A3}"/>
                </a:ext>
              </a:extLst>
            </p:cNvPr>
            <p:cNvSpPr/>
            <p:nvPr userDrawn="1"/>
          </p:nvSpPr>
          <p:spPr>
            <a:xfrm>
              <a:off x="0" y="4774698"/>
              <a:ext cx="9144000" cy="3428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solidFill>
                  <a:schemeClr val="bg1"/>
                </a:solidFill>
                <a:latin typeface="Source Sans Pro" panose="020B0503030403020204" pitchFamily="34" charset="0"/>
              </a:endParaRPr>
            </a:p>
          </p:txBody>
        </p:sp>
        <p:sp>
          <p:nvSpPr>
            <p:cNvPr id="17" name="Right Triangle 16">
              <a:extLst>
                <a:ext uri="{FF2B5EF4-FFF2-40B4-BE49-F238E27FC236}">
                  <a16:creationId xmlns:a16="http://schemas.microsoft.com/office/drawing/2014/main" id="{10A53183-4A2E-854E-8CB5-1016426315C3}"/>
                </a:ext>
              </a:extLst>
            </p:cNvPr>
            <p:cNvSpPr/>
            <p:nvPr userDrawn="1"/>
          </p:nvSpPr>
          <p:spPr>
            <a:xfrm rot="10800000">
              <a:off x="8432742" y="4791842"/>
              <a:ext cx="232934" cy="272073"/>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Source Sans Pro" panose="020B0503030403020204" pitchFamily="34" charset="0"/>
              </a:endParaRPr>
            </a:p>
          </p:txBody>
        </p:sp>
      </p:grpSp>
    </p:spTree>
    <p:extLst>
      <p:ext uri="{BB962C8B-B14F-4D97-AF65-F5344CB8AC3E}">
        <p14:creationId xmlns:p14="http://schemas.microsoft.com/office/powerpoint/2010/main" val="30790671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Reverse w/Logo and P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D8B1AB6-107A-FC40-81F8-F5F0BF764E01}"/>
              </a:ext>
            </a:extLst>
          </p:cNvPr>
          <p:cNvSpPr/>
          <p:nvPr userDrawn="1"/>
        </p:nvSpPr>
        <p:spPr>
          <a:xfrm>
            <a:off x="-1" y="0"/>
            <a:ext cx="12192001" cy="6858000"/>
          </a:xfrm>
          <a:prstGeom prst="rect">
            <a:avLst/>
          </a:prstGeom>
          <a:solidFill>
            <a:srgbClr val="04A7F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Source Sans Pro" panose="020B0503030403020204" pitchFamily="34" charset="0"/>
            </a:endParaRPr>
          </a:p>
        </p:txBody>
      </p:sp>
      <p:sp>
        <p:nvSpPr>
          <p:cNvPr id="5" name="TextBox 4">
            <a:extLst>
              <a:ext uri="{FF2B5EF4-FFF2-40B4-BE49-F238E27FC236}">
                <a16:creationId xmlns:a16="http://schemas.microsoft.com/office/drawing/2014/main" id="{4BB8BA16-A01E-6C4B-AF7E-83685A6DA858}"/>
              </a:ext>
            </a:extLst>
          </p:cNvPr>
          <p:cNvSpPr txBox="1"/>
          <p:nvPr userDrawn="1"/>
        </p:nvSpPr>
        <p:spPr>
          <a:xfrm>
            <a:off x="11649393" y="6460440"/>
            <a:ext cx="492177" cy="307777"/>
          </a:xfrm>
          <a:prstGeom prst="rect">
            <a:avLst/>
          </a:prstGeom>
          <a:noFill/>
        </p:spPr>
        <p:txBody>
          <a:bodyPr wrap="square" rtlCol="0">
            <a:spAutoFit/>
          </a:bodyPr>
          <a:lstStyle/>
          <a:p>
            <a:fld id="{6625A8D5-DBAF-8845-9299-98FFBA23C9BF}" type="slidenum">
              <a:rPr lang="en-US" sz="1400" b="0" i="0" smtClean="0">
                <a:solidFill>
                  <a:schemeClr val="bg1"/>
                </a:solidFill>
                <a:latin typeface="Source Sans Pro" panose="020B0503030403020204" pitchFamily="34" charset="0"/>
                <a:cs typeface="Arial" panose="020B0604020202020204" pitchFamily="34" charset="0"/>
              </a:rPr>
              <a:pPr/>
              <a:t>‹#›</a:t>
            </a:fld>
            <a:endParaRPr lang="en-US" sz="1400" b="0" i="0" dirty="0">
              <a:solidFill>
                <a:schemeClr val="bg1"/>
              </a:solidFill>
              <a:latin typeface="Source Sans Pro" panose="020B0503030403020204" pitchFamily="34" charset="0"/>
              <a:cs typeface="Arial" panose="020B0604020202020204" pitchFamily="34" charset="0"/>
            </a:endParaRPr>
          </a:p>
        </p:txBody>
      </p:sp>
      <p:pic>
        <p:nvPicPr>
          <p:cNvPr id="8" name="Picture 7" descr="A picture containing drawing&#10;&#10;Description automatically generated">
            <a:extLst>
              <a:ext uri="{FF2B5EF4-FFF2-40B4-BE49-F238E27FC236}">
                <a16:creationId xmlns:a16="http://schemas.microsoft.com/office/drawing/2014/main" id="{98D39A21-D547-8E47-8541-02563ACACE11}"/>
              </a:ext>
            </a:extLst>
          </p:cNvPr>
          <p:cNvPicPr>
            <a:picLocks noChangeAspect="1"/>
          </p:cNvPicPr>
          <p:nvPr userDrawn="1"/>
        </p:nvPicPr>
        <p:blipFill rotWithShape="1">
          <a:blip r:embed="rId2"/>
          <a:srcRect r="52093" b="44023"/>
          <a:stretch/>
        </p:blipFill>
        <p:spPr>
          <a:xfrm>
            <a:off x="10577464" y="6491795"/>
            <a:ext cx="534043" cy="252504"/>
          </a:xfrm>
          <a:prstGeom prst="rect">
            <a:avLst/>
          </a:prstGeom>
        </p:spPr>
      </p:pic>
      <p:sp>
        <p:nvSpPr>
          <p:cNvPr id="12" name="Text Placeholder 9">
            <a:extLst>
              <a:ext uri="{FF2B5EF4-FFF2-40B4-BE49-F238E27FC236}">
                <a16:creationId xmlns:a16="http://schemas.microsoft.com/office/drawing/2014/main" id="{261D507F-1DE9-E647-80C8-23A1E174E606}"/>
              </a:ext>
            </a:extLst>
          </p:cNvPr>
          <p:cNvSpPr>
            <a:spLocks noGrp="1"/>
          </p:cNvSpPr>
          <p:nvPr>
            <p:ph type="body" sz="quarter" idx="15" hasCustomPrompt="1"/>
          </p:nvPr>
        </p:nvSpPr>
        <p:spPr>
          <a:xfrm>
            <a:off x="325069" y="560917"/>
            <a:ext cx="11172272" cy="3997995"/>
          </a:xfrm>
          <a:prstGeom prst="rect">
            <a:avLst/>
          </a:prstGeom>
        </p:spPr>
        <p:txBody>
          <a:bodyPr/>
          <a:lstStyle>
            <a:lvl1pPr marL="0" marR="0" indent="0" algn="l" defTabSz="914377" rtl="0" eaLnBrk="1" fontAlgn="auto" latinLnBrk="0" hangingPunct="0">
              <a:lnSpc>
                <a:spcPct val="150000"/>
              </a:lnSpc>
              <a:spcBef>
                <a:spcPts val="0"/>
              </a:spcBef>
              <a:spcAft>
                <a:spcPts val="0"/>
              </a:spcAft>
              <a:buClrTx/>
              <a:buSzTx/>
              <a:buFont typeface="Arial" panose="020B0604020202020204" pitchFamily="34" charset="0"/>
              <a:buNone/>
              <a:tabLst/>
              <a:defRPr sz="3733" b="0" i="0" baseline="0">
                <a:latin typeface="Source Sans Pro" panose="020B0503030403020204" pitchFamily="34" charset="0"/>
              </a:defRPr>
            </a:lvl1pPr>
            <a:lvl2pPr>
              <a:buNone/>
              <a:defRPr/>
            </a:lvl2pPr>
            <a:lvl3pPr>
              <a:buNone/>
              <a:defRPr/>
            </a:lvl3pPr>
            <a:lvl4pPr>
              <a:buNone/>
              <a:defRPr/>
            </a:lvl4pPr>
            <a:lvl5pPr>
              <a:buNone/>
              <a:defRPr/>
            </a:lvl5pPr>
          </a:lstStyle>
          <a:p>
            <a:pPr marL="228594" marR="0" lvl="0" indent="-228594"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28pt body text (minimum for ease of viewing)</a:t>
            </a:r>
          </a:p>
        </p:txBody>
      </p:sp>
      <p:sp>
        <p:nvSpPr>
          <p:cNvPr id="13" name="Text Placeholder 9">
            <a:extLst>
              <a:ext uri="{FF2B5EF4-FFF2-40B4-BE49-F238E27FC236}">
                <a16:creationId xmlns:a16="http://schemas.microsoft.com/office/drawing/2014/main" id="{8B85E179-AE34-114A-B730-EB6BBB640869}"/>
              </a:ext>
            </a:extLst>
          </p:cNvPr>
          <p:cNvSpPr>
            <a:spLocks noGrp="1"/>
          </p:cNvSpPr>
          <p:nvPr>
            <p:ph type="body" sz="quarter" idx="14" hasCustomPrompt="1"/>
          </p:nvPr>
        </p:nvSpPr>
        <p:spPr>
          <a:xfrm>
            <a:off x="325069" y="4944533"/>
            <a:ext cx="11172272" cy="847992"/>
          </a:xfrm>
          <a:prstGeom prst="rect">
            <a:avLst/>
          </a:prstGeom>
        </p:spPr>
        <p:txBody>
          <a:bodyPr/>
          <a:lstStyle>
            <a:lvl1pPr marL="0" marR="0" indent="0" algn="l" defTabSz="914377" rtl="0" eaLnBrk="1" fontAlgn="auto" latinLnBrk="0" hangingPunct="0">
              <a:lnSpc>
                <a:spcPct val="150000"/>
              </a:lnSpc>
              <a:spcBef>
                <a:spcPts val="0"/>
              </a:spcBef>
              <a:spcAft>
                <a:spcPts val="0"/>
              </a:spcAft>
              <a:buClrTx/>
              <a:buSzTx/>
              <a:buFont typeface="Arial" panose="020B0604020202020204" pitchFamily="34" charset="0"/>
              <a:buNone/>
              <a:tabLst/>
              <a:defRPr sz="3733" b="0" i="0" baseline="0">
                <a:solidFill>
                  <a:schemeClr val="bg1"/>
                </a:solidFill>
                <a:latin typeface="Source Sans Pro" panose="020B0503030403020204" pitchFamily="34" charset="0"/>
              </a:defRPr>
            </a:lvl1pPr>
            <a:lvl2pPr>
              <a:buNone/>
              <a:defRPr/>
            </a:lvl2pPr>
            <a:lvl3pPr>
              <a:buNone/>
              <a:defRPr/>
            </a:lvl3pPr>
            <a:lvl4pPr>
              <a:buNone/>
              <a:defRPr/>
            </a:lvl4pPr>
            <a:lvl5pPr>
              <a:buNone/>
              <a:defRPr/>
            </a:lvl5pPr>
          </a:lstStyle>
          <a:p>
            <a:pPr marL="228594" marR="0" lvl="0" indent="-228594"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Black or white text will work on this slide.</a:t>
            </a:r>
          </a:p>
        </p:txBody>
      </p:sp>
      <p:grpSp>
        <p:nvGrpSpPr>
          <p:cNvPr id="4" name="Group 3">
            <a:extLst>
              <a:ext uri="{FF2B5EF4-FFF2-40B4-BE49-F238E27FC236}">
                <a16:creationId xmlns:a16="http://schemas.microsoft.com/office/drawing/2014/main" id="{A90DF424-4452-5E42-B67E-61BED4724973}"/>
              </a:ext>
            </a:extLst>
          </p:cNvPr>
          <p:cNvGrpSpPr/>
          <p:nvPr userDrawn="1"/>
        </p:nvGrpSpPr>
        <p:grpSpPr>
          <a:xfrm>
            <a:off x="0" y="6366265"/>
            <a:ext cx="12192000" cy="385623"/>
            <a:chOff x="0" y="4774698"/>
            <a:chExt cx="9144000" cy="289217"/>
          </a:xfrm>
        </p:grpSpPr>
        <p:sp>
          <p:nvSpPr>
            <p:cNvPr id="6" name="Rectangle 5">
              <a:extLst>
                <a:ext uri="{FF2B5EF4-FFF2-40B4-BE49-F238E27FC236}">
                  <a16:creationId xmlns:a16="http://schemas.microsoft.com/office/drawing/2014/main" id="{C777F7B7-955E-D148-BF38-A0444C01890E}"/>
                </a:ext>
              </a:extLst>
            </p:cNvPr>
            <p:cNvSpPr/>
            <p:nvPr userDrawn="1"/>
          </p:nvSpPr>
          <p:spPr>
            <a:xfrm>
              <a:off x="0" y="4774698"/>
              <a:ext cx="9144000" cy="342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solidFill>
                  <a:schemeClr val="bg1"/>
                </a:solidFill>
                <a:latin typeface="Source Sans Pro" panose="020B0503030403020204" pitchFamily="34" charset="0"/>
              </a:endParaRPr>
            </a:p>
          </p:txBody>
        </p:sp>
        <p:sp>
          <p:nvSpPr>
            <p:cNvPr id="21" name="Right Triangle 20">
              <a:extLst>
                <a:ext uri="{FF2B5EF4-FFF2-40B4-BE49-F238E27FC236}">
                  <a16:creationId xmlns:a16="http://schemas.microsoft.com/office/drawing/2014/main" id="{F77EB197-BDC9-5C4F-9A19-305E6B2572AE}"/>
                </a:ext>
              </a:extLst>
            </p:cNvPr>
            <p:cNvSpPr/>
            <p:nvPr userDrawn="1"/>
          </p:nvSpPr>
          <p:spPr>
            <a:xfrm rot="10800000">
              <a:off x="8432742" y="4791842"/>
              <a:ext cx="232934" cy="272073"/>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Source Sans Pro" panose="020B0503030403020204" pitchFamily="34" charset="0"/>
              </a:endParaRPr>
            </a:p>
          </p:txBody>
        </p:sp>
      </p:grpSp>
    </p:spTree>
    <p:extLst>
      <p:ext uri="{BB962C8B-B14F-4D97-AF65-F5344CB8AC3E}">
        <p14:creationId xmlns:p14="http://schemas.microsoft.com/office/powerpoint/2010/main" val="26198488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Blue w/Title">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C1A86A79-BBBF-9F47-BE20-D086898B2B92}"/>
              </a:ext>
            </a:extLst>
          </p:cNvPr>
          <p:cNvSpPr>
            <a:spLocks noGrp="1"/>
          </p:cNvSpPr>
          <p:nvPr>
            <p:ph type="body" sz="quarter" idx="12" hasCustomPrompt="1"/>
          </p:nvPr>
        </p:nvSpPr>
        <p:spPr>
          <a:xfrm>
            <a:off x="7133448" y="6497693"/>
            <a:ext cx="5058552" cy="193899"/>
          </a:xfrm>
          <a:prstGeom prst="rect">
            <a:avLst/>
          </a:prstGeom>
        </p:spPr>
        <p:txBody>
          <a:bodyPr wrap="square" tIns="0" bIns="0" anchor="t">
            <a:spAutoFit/>
          </a:bodyPr>
          <a:lstStyle>
            <a:lvl1pPr>
              <a:buNone/>
              <a:defRPr sz="1400" b="0" i="0">
                <a:solidFill>
                  <a:schemeClr val="bg2">
                    <a:lumMod val="50000"/>
                  </a:schemeClr>
                </a:solidFill>
                <a:latin typeface="Source Sans Pro" panose="020B0503030403020204" pitchFamily="34" charset="0"/>
              </a:defRPr>
            </a:lvl1pPr>
          </a:lstStyle>
          <a:p>
            <a:pPr lvl="0"/>
            <a:r>
              <a:rPr lang="en-US" dirty="0"/>
              <a:t>PRESENTATION TITLE OR NICKNAME CAN LIVE HERE</a:t>
            </a:r>
          </a:p>
        </p:txBody>
      </p:sp>
      <p:sp>
        <p:nvSpPr>
          <p:cNvPr id="9" name="Text Placeholder 9">
            <a:extLst>
              <a:ext uri="{FF2B5EF4-FFF2-40B4-BE49-F238E27FC236}">
                <a16:creationId xmlns:a16="http://schemas.microsoft.com/office/drawing/2014/main" id="{AB1799E8-F88F-CF48-A5D6-023D8C509F44}"/>
              </a:ext>
            </a:extLst>
          </p:cNvPr>
          <p:cNvSpPr>
            <a:spLocks noGrp="1"/>
          </p:cNvSpPr>
          <p:nvPr>
            <p:ph type="body" sz="quarter" idx="14" hasCustomPrompt="1"/>
          </p:nvPr>
        </p:nvSpPr>
        <p:spPr>
          <a:xfrm>
            <a:off x="325069" y="560917"/>
            <a:ext cx="11172272" cy="5105919"/>
          </a:xfrm>
          <a:prstGeom prst="rect">
            <a:avLst/>
          </a:prstGeom>
        </p:spPr>
        <p:txBody>
          <a:bodyPr/>
          <a:lstStyle>
            <a:lvl1pPr marL="0" marR="0" indent="0" algn="l" defTabSz="914377" rtl="0" eaLnBrk="1" fontAlgn="auto" latinLnBrk="0" hangingPunct="0">
              <a:lnSpc>
                <a:spcPct val="150000"/>
              </a:lnSpc>
              <a:spcBef>
                <a:spcPts val="0"/>
              </a:spcBef>
              <a:spcAft>
                <a:spcPts val="0"/>
              </a:spcAft>
              <a:buClrTx/>
              <a:buSzTx/>
              <a:buFont typeface="Arial" panose="020B0604020202020204" pitchFamily="34" charset="0"/>
              <a:buNone/>
              <a:tabLst/>
              <a:defRPr sz="3733" b="0" i="0" baseline="0">
                <a:latin typeface="Source Sans Pro" panose="020B0503030403020204" pitchFamily="34" charset="0"/>
              </a:defRPr>
            </a:lvl1pPr>
            <a:lvl2pPr>
              <a:buNone/>
              <a:defRPr/>
            </a:lvl2pPr>
            <a:lvl3pPr>
              <a:buNone/>
              <a:defRPr/>
            </a:lvl3pPr>
            <a:lvl4pPr>
              <a:buNone/>
              <a:defRPr/>
            </a:lvl4pPr>
            <a:lvl5pPr>
              <a:buNone/>
              <a:defRPr/>
            </a:lvl5pPr>
          </a:lstStyle>
          <a:p>
            <a:pPr marL="228594" marR="0" lvl="0" indent="-228594"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28pt body text (minimum for ease of viewing)</a:t>
            </a:r>
          </a:p>
        </p:txBody>
      </p:sp>
      <p:grpSp>
        <p:nvGrpSpPr>
          <p:cNvPr id="11" name="Group 10">
            <a:extLst>
              <a:ext uri="{FF2B5EF4-FFF2-40B4-BE49-F238E27FC236}">
                <a16:creationId xmlns:a16="http://schemas.microsoft.com/office/drawing/2014/main" id="{EA5F1A21-5988-E44E-A6DD-3653552CDDC6}"/>
              </a:ext>
            </a:extLst>
          </p:cNvPr>
          <p:cNvGrpSpPr/>
          <p:nvPr userDrawn="1"/>
        </p:nvGrpSpPr>
        <p:grpSpPr>
          <a:xfrm>
            <a:off x="0" y="6366265"/>
            <a:ext cx="12192000" cy="385623"/>
            <a:chOff x="0" y="4774698"/>
            <a:chExt cx="9144000" cy="289217"/>
          </a:xfrm>
          <a:solidFill>
            <a:schemeClr val="tx2"/>
          </a:solidFill>
        </p:grpSpPr>
        <p:sp>
          <p:nvSpPr>
            <p:cNvPr id="12" name="Rectangle 11">
              <a:extLst>
                <a:ext uri="{FF2B5EF4-FFF2-40B4-BE49-F238E27FC236}">
                  <a16:creationId xmlns:a16="http://schemas.microsoft.com/office/drawing/2014/main" id="{8AE7BFCD-002C-4B45-879D-7916F1C450CF}"/>
                </a:ext>
              </a:extLst>
            </p:cNvPr>
            <p:cNvSpPr/>
            <p:nvPr userDrawn="1"/>
          </p:nvSpPr>
          <p:spPr>
            <a:xfrm>
              <a:off x="0" y="4774698"/>
              <a:ext cx="9144000" cy="3428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solidFill>
                  <a:schemeClr val="bg2">
                    <a:lumMod val="50000"/>
                  </a:schemeClr>
                </a:solidFill>
                <a:latin typeface="Source Sans Pro" panose="020B0503030403020204" pitchFamily="34" charset="0"/>
              </a:endParaRPr>
            </a:p>
          </p:txBody>
        </p:sp>
        <p:sp>
          <p:nvSpPr>
            <p:cNvPr id="13" name="Right Triangle 12">
              <a:extLst>
                <a:ext uri="{FF2B5EF4-FFF2-40B4-BE49-F238E27FC236}">
                  <a16:creationId xmlns:a16="http://schemas.microsoft.com/office/drawing/2014/main" id="{6AA39ED9-5FB0-C04D-BFB7-BCF5BB076FAA}"/>
                </a:ext>
              </a:extLst>
            </p:cNvPr>
            <p:cNvSpPr/>
            <p:nvPr userDrawn="1"/>
          </p:nvSpPr>
          <p:spPr>
            <a:xfrm rot="10800000">
              <a:off x="5117152" y="4791842"/>
              <a:ext cx="232934" cy="272073"/>
            </a:xfrm>
            <a:prstGeom prst="rtTriangl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solidFill>
                  <a:schemeClr val="bg2">
                    <a:lumMod val="50000"/>
                  </a:schemeClr>
                </a:solidFill>
                <a:latin typeface="Source Sans Pro" panose="020B0503030403020204" pitchFamily="34" charset="0"/>
              </a:endParaRPr>
            </a:p>
          </p:txBody>
        </p:sp>
      </p:grpSp>
    </p:spTree>
    <p:extLst>
      <p:ext uri="{BB962C8B-B14F-4D97-AF65-F5344CB8AC3E}">
        <p14:creationId xmlns:p14="http://schemas.microsoft.com/office/powerpoint/2010/main" val="9685857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Gray w/Title">
    <p:spTree>
      <p:nvGrpSpPr>
        <p:cNvPr id="1" name=""/>
        <p:cNvGrpSpPr/>
        <p:nvPr/>
      </p:nvGrpSpPr>
      <p:grpSpPr>
        <a:xfrm>
          <a:off x="0" y="0"/>
          <a:ext cx="0" cy="0"/>
          <a:chOff x="0" y="0"/>
          <a:chExt cx="0" cy="0"/>
        </a:xfrm>
      </p:grpSpPr>
      <p:sp>
        <p:nvSpPr>
          <p:cNvPr id="6" name="Text Placeholder 9">
            <a:extLst>
              <a:ext uri="{FF2B5EF4-FFF2-40B4-BE49-F238E27FC236}">
                <a16:creationId xmlns:a16="http://schemas.microsoft.com/office/drawing/2014/main" id="{BEC11415-CC79-BA4C-8B33-E63BD3059B79}"/>
              </a:ext>
            </a:extLst>
          </p:cNvPr>
          <p:cNvSpPr>
            <a:spLocks noGrp="1"/>
          </p:cNvSpPr>
          <p:nvPr>
            <p:ph type="body" sz="quarter" idx="12" hasCustomPrompt="1"/>
          </p:nvPr>
        </p:nvSpPr>
        <p:spPr>
          <a:xfrm>
            <a:off x="7133448" y="6497693"/>
            <a:ext cx="5058552" cy="193899"/>
          </a:xfrm>
          <a:prstGeom prst="rect">
            <a:avLst/>
          </a:prstGeom>
        </p:spPr>
        <p:txBody>
          <a:bodyPr wrap="square" tIns="0" bIns="0" anchor="t">
            <a:spAutoFit/>
          </a:bodyPr>
          <a:lstStyle>
            <a:lvl1pPr>
              <a:buNone/>
              <a:defRPr sz="1400" b="0" i="0">
                <a:solidFill>
                  <a:schemeClr val="tx2"/>
                </a:solidFill>
                <a:latin typeface="Source Sans Pro" panose="020B0503030403020204" pitchFamily="34" charset="0"/>
              </a:defRPr>
            </a:lvl1pPr>
          </a:lstStyle>
          <a:p>
            <a:pPr lvl="0"/>
            <a:r>
              <a:rPr lang="en-US" dirty="0"/>
              <a:t>PRESENTATION TITLE OR NICKNAME CAN LIVE HERE</a:t>
            </a:r>
          </a:p>
        </p:txBody>
      </p:sp>
      <p:sp>
        <p:nvSpPr>
          <p:cNvPr id="10" name="Text Placeholder 9">
            <a:extLst>
              <a:ext uri="{FF2B5EF4-FFF2-40B4-BE49-F238E27FC236}">
                <a16:creationId xmlns:a16="http://schemas.microsoft.com/office/drawing/2014/main" id="{64D2484A-DD0A-1541-BE82-E067DD9D82B0}"/>
              </a:ext>
            </a:extLst>
          </p:cNvPr>
          <p:cNvSpPr>
            <a:spLocks noGrp="1"/>
          </p:cNvSpPr>
          <p:nvPr>
            <p:ph type="body" sz="quarter" idx="14" hasCustomPrompt="1"/>
          </p:nvPr>
        </p:nvSpPr>
        <p:spPr>
          <a:xfrm>
            <a:off x="325069" y="560917"/>
            <a:ext cx="11172272" cy="5105919"/>
          </a:xfrm>
          <a:prstGeom prst="rect">
            <a:avLst/>
          </a:prstGeom>
        </p:spPr>
        <p:txBody>
          <a:bodyPr/>
          <a:lstStyle>
            <a:lvl1pPr marL="0" marR="0" indent="0" algn="l" defTabSz="914377" rtl="0" eaLnBrk="1" fontAlgn="auto" latinLnBrk="0" hangingPunct="0">
              <a:lnSpc>
                <a:spcPct val="150000"/>
              </a:lnSpc>
              <a:spcBef>
                <a:spcPts val="0"/>
              </a:spcBef>
              <a:spcAft>
                <a:spcPts val="0"/>
              </a:spcAft>
              <a:buClrTx/>
              <a:buSzTx/>
              <a:buFont typeface="Arial" panose="020B0604020202020204" pitchFamily="34" charset="0"/>
              <a:buNone/>
              <a:tabLst/>
              <a:defRPr sz="3733" b="0" i="0" baseline="0">
                <a:latin typeface="Source Sans Pro" panose="020B0503030403020204" pitchFamily="34" charset="0"/>
              </a:defRPr>
            </a:lvl1pPr>
            <a:lvl2pPr>
              <a:buNone/>
              <a:defRPr/>
            </a:lvl2pPr>
            <a:lvl3pPr>
              <a:buNone/>
              <a:defRPr/>
            </a:lvl3pPr>
            <a:lvl4pPr>
              <a:buNone/>
              <a:defRPr/>
            </a:lvl4pPr>
            <a:lvl5pPr>
              <a:buNone/>
              <a:defRPr/>
            </a:lvl5pPr>
          </a:lstStyle>
          <a:p>
            <a:pPr marL="228594" marR="0" lvl="0" indent="-228594"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28pt body text (minimum for ease of viewing)</a:t>
            </a:r>
          </a:p>
        </p:txBody>
      </p:sp>
      <p:grpSp>
        <p:nvGrpSpPr>
          <p:cNvPr id="11" name="Group 10">
            <a:extLst>
              <a:ext uri="{FF2B5EF4-FFF2-40B4-BE49-F238E27FC236}">
                <a16:creationId xmlns:a16="http://schemas.microsoft.com/office/drawing/2014/main" id="{88181AB7-30E6-134D-8B1A-87BBB9E6A7FC}"/>
              </a:ext>
            </a:extLst>
          </p:cNvPr>
          <p:cNvGrpSpPr/>
          <p:nvPr userDrawn="1"/>
        </p:nvGrpSpPr>
        <p:grpSpPr>
          <a:xfrm>
            <a:off x="0" y="6366265"/>
            <a:ext cx="12192000" cy="385623"/>
            <a:chOff x="0" y="4774698"/>
            <a:chExt cx="9144000" cy="289217"/>
          </a:xfrm>
          <a:solidFill>
            <a:schemeClr val="accent1"/>
          </a:solidFill>
        </p:grpSpPr>
        <p:sp>
          <p:nvSpPr>
            <p:cNvPr id="12" name="Rectangle 11">
              <a:extLst>
                <a:ext uri="{FF2B5EF4-FFF2-40B4-BE49-F238E27FC236}">
                  <a16:creationId xmlns:a16="http://schemas.microsoft.com/office/drawing/2014/main" id="{69C8275D-E747-054D-94B0-111D1CB84CAD}"/>
                </a:ext>
              </a:extLst>
            </p:cNvPr>
            <p:cNvSpPr/>
            <p:nvPr userDrawn="1"/>
          </p:nvSpPr>
          <p:spPr>
            <a:xfrm>
              <a:off x="0" y="4774698"/>
              <a:ext cx="9144000" cy="3428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solidFill>
                  <a:schemeClr val="bg1"/>
                </a:solidFill>
                <a:latin typeface="Source Sans Pro" panose="020B0503030403020204" pitchFamily="34" charset="0"/>
              </a:endParaRPr>
            </a:p>
          </p:txBody>
        </p:sp>
        <p:sp>
          <p:nvSpPr>
            <p:cNvPr id="13" name="Right Triangle 12">
              <a:extLst>
                <a:ext uri="{FF2B5EF4-FFF2-40B4-BE49-F238E27FC236}">
                  <a16:creationId xmlns:a16="http://schemas.microsoft.com/office/drawing/2014/main" id="{D24F6C5E-08B7-D244-89C8-7FEBAC6566F0}"/>
                </a:ext>
              </a:extLst>
            </p:cNvPr>
            <p:cNvSpPr/>
            <p:nvPr userDrawn="1"/>
          </p:nvSpPr>
          <p:spPr>
            <a:xfrm rot="10800000">
              <a:off x="5117152" y="4791842"/>
              <a:ext cx="232934" cy="272073"/>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Source Sans Pro" panose="020B0503030403020204" pitchFamily="34" charset="0"/>
              </a:endParaRPr>
            </a:p>
          </p:txBody>
        </p:sp>
      </p:grpSp>
    </p:spTree>
    <p:extLst>
      <p:ext uri="{BB962C8B-B14F-4D97-AF65-F5344CB8AC3E}">
        <p14:creationId xmlns:p14="http://schemas.microsoft.com/office/powerpoint/2010/main" val="2595543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Reverse w/Tit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35AEA90-7157-4F49-AA66-146FE5E0DF81}"/>
              </a:ext>
            </a:extLst>
          </p:cNvPr>
          <p:cNvSpPr/>
          <p:nvPr userDrawn="1"/>
        </p:nvSpPr>
        <p:spPr>
          <a:xfrm>
            <a:off x="-1" y="0"/>
            <a:ext cx="12192001" cy="6858000"/>
          </a:xfrm>
          <a:prstGeom prst="rect">
            <a:avLst/>
          </a:prstGeom>
          <a:solidFill>
            <a:srgbClr val="04A7F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Source Sans Pro" panose="020B0503030403020204" pitchFamily="34" charset="0"/>
            </a:endParaRPr>
          </a:p>
        </p:txBody>
      </p:sp>
      <p:sp>
        <p:nvSpPr>
          <p:cNvPr id="7" name="Text Placeholder 9">
            <a:extLst>
              <a:ext uri="{FF2B5EF4-FFF2-40B4-BE49-F238E27FC236}">
                <a16:creationId xmlns:a16="http://schemas.microsoft.com/office/drawing/2014/main" id="{B4226049-1010-6F40-9650-F897C24EB483}"/>
              </a:ext>
            </a:extLst>
          </p:cNvPr>
          <p:cNvSpPr>
            <a:spLocks noGrp="1"/>
          </p:cNvSpPr>
          <p:nvPr>
            <p:ph type="body" sz="quarter" idx="12" hasCustomPrompt="1"/>
          </p:nvPr>
        </p:nvSpPr>
        <p:spPr>
          <a:xfrm>
            <a:off x="7133448" y="6497693"/>
            <a:ext cx="5058552" cy="193899"/>
          </a:xfrm>
          <a:prstGeom prst="rect">
            <a:avLst/>
          </a:prstGeom>
        </p:spPr>
        <p:txBody>
          <a:bodyPr wrap="square" tIns="0" bIns="0" anchor="t">
            <a:spAutoFit/>
          </a:bodyPr>
          <a:lstStyle>
            <a:lvl1pPr>
              <a:buNone/>
              <a:defRPr sz="1400" b="0" i="0">
                <a:solidFill>
                  <a:schemeClr val="bg1"/>
                </a:solidFill>
                <a:latin typeface="Source Sans Pro" panose="020B0503030403020204" pitchFamily="34" charset="0"/>
              </a:defRPr>
            </a:lvl1pPr>
          </a:lstStyle>
          <a:p>
            <a:pPr lvl="0"/>
            <a:r>
              <a:rPr lang="en-US" dirty="0"/>
              <a:t>PRESENTATION TITLE OR NICKNAME CAN LIVE HERE</a:t>
            </a:r>
          </a:p>
        </p:txBody>
      </p:sp>
      <p:sp>
        <p:nvSpPr>
          <p:cNvPr id="11" name="Text Placeholder 9">
            <a:extLst>
              <a:ext uri="{FF2B5EF4-FFF2-40B4-BE49-F238E27FC236}">
                <a16:creationId xmlns:a16="http://schemas.microsoft.com/office/drawing/2014/main" id="{17877A8E-EC1F-174A-B87B-F4667FAF7845}"/>
              </a:ext>
            </a:extLst>
          </p:cNvPr>
          <p:cNvSpPr>
            <a:spLocks noGrp="1"/>
          </p:cNvSpPr>
          <p:nvPr>
            <p:ph type="body" sz="quarter" idx="15" hasCustomPrompt="1"/>
          </p:nvPr>
        </p:nvSpPr>
        <p:spPr>
          <a:xfrm>
            <a:off x="325069" y="560917"/>
            <a:ext cx="11172272" cy="3997995"/>
          </a:xfrm>
          <a:prstGeom prst="rect">
            <a:avLst/>
          </a:prstGeom>
        </p:spPr>
        <p:txBody>
          <a:bodyPr/>
          <a:lstStyle>
            <a:lvl1pPr marL="0" marR="0" indent="0" algn="l" defTabSz="914377" rtl="0" eaLnBrk="1" fontAlgn="auto" latinLnBrk="0" hangingPunct="0">
              <a:lnSpc>
                <a:spcPct val="150000"/>
              </a:lnSpc>
              <a:spcBef>
                <a:spcPts val="0"/>
              </a:spcBef>
              <a:spcAft>
                <a:spcPts val="0"/>
              </a:spcAft>
              <a:buClrTx/>
              <a:buSzTx/>
              <a:buFont typeface="Arial" panose="020B0604020202020204" pitchFamily="34" charset="0"/>
              <a:buNone/>
              <a:tabLst/>
              <a:defRPr sz="3733" b="0" i="0" baseline="0">
                <a:latin typeface="Source Sans Pro" panose="020B0503030403020204" pitchFamily="34" charset="0"/>
              </a:defRPr>
            </a:lvl1pPr>
            <a:lvl2pPr>
              <a:buNone/>
              <a:defRPr/>
            </a:lvl2pPr>
            <a:lvl3pPr>
              <a:buNone/>
              <a:defRPr/>
            </a:lvl3pPr>
            <a:lvl4pPr>
              <a:buNone/>
              <a:defRPr/>
            </a:lvl4pPr>
            <a:lvl5pPr>
              <a:buNone/>
              <a:defRPr/>
            </a:lvl5pPr>
          </a:lstStyle>
          <a:p>
            <a:pPr marL="228594" marR="0" lvl="0" indent="-228594"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28pt body text (minimum for ease of viewing)</a:t>
            </a:r>
          </a:p>
        </p:txBody>
      </p:sp>
      <p:sp>
        <p:nvSpPr>
          <p:cNvPr id="12" name="Text Placeholder 9">
            <a:extLst>
              <a:ext uri="{FF2B5EF4-FFF2-40B4-BE49-F238E27FC236}">
                <a16:creationId xmlns:a16="http://schemas.microsoft.com/office/drawing/2014/main" id="{F635E910-E75C-1243-BCB0-8B5324D73515}"/>
              </a:ext>
            </a:extLst>
          </p:cNvPr>
          <p:cNvSpPr>
            <a:spLocks noGrp="1"/>
          </p:cNvSpPr>
          <p:nvPr>
            <p:ph type="body" sz="quarter" idx="14" hasCustomPrompt="1"/>
          </p:nvPr>
        </p:nvSpPr>
        <p:spPr>
          <a:xfrm>
            <a:off x="325069" y="4944533"/>
            <a:ext cx="11172272" cy="847992"/>
          </a:xfrm>
          <a:prstGeom prst="rect">
            <a:avLst/>
          </a:prstGeom>
        </p:spPr>
        <p:txBody>
          <a:bodyPr/>
          <a:lstStyle>
            <a:lvl1pPr marL="0" marR="0" indent="0" algn="l" defTabSz="914377" rtl="0" eaLnBrk="1" fontAlgn="auto" latinLnBrk="0" hangingPunct="0">
              <a:lnSpc>
                <a:spcPct val="150000"/>
              </a:lnSpc>
              <a:spcBef>
                <a:spcPts val="0"/>
              </a:spcBef>
              <a:spcAft>
                <a:spcPts val="0"/>
              </a:spcAft>
              <a:buClrTx/>
              <a:buSzTx/>
              <a:buFont typeface="Arial" panose="020B0604020202020204" pitchFamily="34" charset="0"/>
              <a:buNone/>
              <a:tabLst/>
              <a:defRPr sz="3733" b="0" i="0" baseline="0">
                <a:solidFill>
                  <a:schemeClr val="bg1"/>
                </a:solidFill>
                <a:latin typeface="Source Sans Pro" panose="020B0503030403020204" pitchFamily="34" charset="0"/>
              </a:defRPr>
            </a:lvl1pPr>
            <a:lvl2pPr>
              <a:buNone/>
              <a:defRPr/>
            </a:lvl2pPr>
            <a:lvl3pPr>
              <a:buNone/>
              <a:defRPr/>
            </a:lvl3pPr>
            <a:lvl4pPr>
              <a:buNone/>
              <a:defRPr/>
            </a:lvl4pPr>
            <a:lvl5pPr>
              <a:buNone/>
              <a:defRPr/>
            </a:lvl5pPr>
          </a:lstStyle>
          <a:p>
            <a:pPr marL="228594" marR="0" lvl="0" indent="-228594"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Black or white text will work on this slide.</a:t>
            </a:r>
          </a:p>
        </p:txBody>
      </p:sp>
      <p:grpSp>
        <p:nvGrpSpPr>
          <p:cNvPr id="13" name="Group 12">
            <a:extLst>
              <a:ext uri="{FF2B5EF4-FFF2-40B4-BE49-F238E27FC236}">
                <a16:creationId xmlns:a16="http://schemas.microsoft.com/office/drawing/2014/main" id="{7613807A-3481-494B-A9F2-109C84E15C7F}"/>
              </a:ext>
            </a:extLst>
          </p:cNvPr>
          <p:cNvGrpSpPr/>
          <p:nvPr userDrawn="1"/>
        </p:nvGrpSpPr>
        <p:grpSpPr>
          <a:xfrm>
            <a:off x="0" y="6366265"/>
            <a:ext cx="12192000" cy="385623"/>
            <a:chOff x="0" y="4774698"/>
            <a:chExt cx="9144000" cy="289217"/>
          </a:xfrm>
          <a:solidFill>
            <a:schemeClr val="bg1"/>
          </a:solidFill>
        </p:grpSpPr>
        <p:sp>
          <p:nvSpPr>
            <p:cNvPr id="14" name="Rectangle 13">
              <a:extLst>
                <a:ext uri="{FF2B5EF4-FFF2-40B4-BE49-F238E27FC236}">
                  <a16:creationId xmlns:a16="http://schemas.microsoft.com/office/drawing/2014/main" id="{B6576182-43F8-5344-A7CF-F91D8C93A746}"/>
                </a:ext>
              </a:extLst>
            </p:cNvPr>
            <p:cNvSpPr/>
            <p:nvPr userDrawn="1"/>
          </p:nvSpPr>
          <p:spPr>
            <a:xfrm>
              <a:off x="0" y="4774698"/>
              <a:ext cx="9144000" cy="3428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solidFill>
                  <a:schemeClr val="bg1"/>
                </a:solidFill>
                <a:latin typeface="Source Sans Pro" panose="020B0503030403020204" pitchFamily="34" charset="0"/>
              </a:endParaRPr>
            </a:p>
          </p:txBody>
        </p:sp>
        <p:sp>
          <p:nvSpPr>
            <p:cNvPr id="15" name="Right Triangle 14">
              <a:extLst>
                <a:ext uri="{FF2B5EF4-FFF2-40B4-BE49-F238E27FC236}">
                  <a16:creationId xmlns:a16="http://schemas.microsoft.com/office/drawing/2014/main" id="{82E4CADD-2929-7F4D-AA9E-4DCBBE0B0B40}"/>
                </a:ext>
              </a:extLst>
            </p:cNvPr>
            <p:cNvSpPr/>
            <p:nvPr userDrawn="1"/>
          </p:nvSpPr>
          <p:spPr>
            <a:xfrm rot="10800000">
              <a:off x="5117152" y="4791842"/>
              <a:ext cx="232934" cy="272073"/>
            </a:xfrm>
            <a:prstGeom prst="r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Source Sans Pro" panose="020B0503030403020204" pitchFamily="34" charset="0"/>
              </a:endParaRPr>
            </a:p>
          </p:txBody>
        </p:sp>
      </p:grpSp>
    </p:spTree>
    <p:extLst>
      <p:ext uri="{BB962C8B-B14F-4D97-AF65-F5344CB8AC3E}">
        <p14:creationId xmlns:p14="http://schemas.microsoft.com/office/powerpoint/2010/main" val="14493395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Blue w/JAX name">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33DA902-A421-5943-96E0-9E29B96ABB1A}"/>
              </a:ext>
            </a:extLst>
          </p:cNvPr>
          <p:cNvGrpSpPr/>
          <p:nvPr userDrawn="1"/>
        </p:nvGrpSpPr>
        <p:grpSpPr>
          <a:xfrm>
            <a:off x="0" y="6366265"/>
            <a:ext cx="12192000" cy="385623"/>
            <a:chOff x="0" y="4774698"/>
            <a:chExt cx="9144000" cy="289217"/>
          </a:xfrm>
        </p:grpSpPr>
        <p:sp>
          <p:nvSpPr>
            <p:cNvPr id="3" name="Rectangle 2">
              <a:extLst>
                <a:ext uri="{FF2B5EF4-FFF2-40B4-BE49-F238E27FC236}">
                  <a16:creationId xmlns:a16="http://schemas.microsoft.com/office/drawing/2014/main" id="{B71CD138-D925-094D-9960-C24AC278DA0B}"/>
                </a:ext>
              </a:extLst>
            </p:cNvPr>
            <p:cNvSpPr/>
            <p:nvPr userDrawn="1"/>
          </p:nvSpPr>
          <p:spPr>
            <a:xfrm>
              <a:off x="0" y="4774698"/>
              <a:ext cx="9144000" cy="34289"/>
            </a:xfrm>
            <a:prstGeom prst="rect">
              <a:avLst/>
            </a:prstGeom>
            <a:solidFill>
              <a:srgbClr val="04A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Source Sans Pro" panose="020B0503030403020204" pitchFamily="34" charset="0"/>
              </a:endParaRPr>
            </a:p>
          </p:txBody>
        </p:sp>
        <p:sp>
          <p:nvSpPr>
            <p:cNvPr id="5" name="Right Triangle 4">
              <a:extLst>
                <a:ext uri="{FF2B5EF4-FFF2-40B4-BE49-F238E27FC236}">
                  <a16:creationId xmlns:a16="http://schemas.microsoft.com/office/drawing/2014/main" id="{DF62F2D2-65C0-8F42-ADBB-022705B0FDA4}"/>
                </a:ext>
              </a:extLst>
            </p:cNvPr>
            <p:cNvSpPr/>
            <p:nvPr userDrawn="1"/>
          </p:nvSpPr>
          <p:spPr>
            <a:xfrm rot="10800000" flipH="1">
              <a:off x="2225844" y="4791842"/>
              <a:ext cx="232934" cy="272073"/>
            </a:xfrm>
            <a:prstGeom prst="rtTriangle">
              <a:avLst/>
            </a:prstGeom>
            <a:solidFill>
              <a:srgbClr val="04A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Source Sans Pro" panose="020B0503030403020204" pitchFamily="34" charset="0"/>
              </a:endParaRPr>
            </a:p>
          </p:txBody>
        </p:sp>
      </p:grpSp>
      <p:sp>
        <p:nvSpPr>
          <p:cNvPr id="12" name="Text Placeholder 9">
            <a:extLst>
              <a:ext uri="{FF2B5EF4-FFF2-40B4-BE49-F238E27FC236}">
                <a16:creationId xmlns:a16="http://schemas.microsoft.com/office/drawing/2014/main" id="{21562516-8970-ED4B-AE49-269793DF1C11}"/>
              </a:ext>
            </a:extLst>
          </p:cNvPr>
          <p:cNvSpPr>
            <a:spLocks noGrp="1"/>
          </p:cNvSpPr>
          <p:nvPr>
            <p:ph type="body" sz="quarter" idx="14" hasCustomPrompt="1"/>
          </p:nvPr>
        </p:nvSpPr>
        <p:spPr>
          <a:xfrm>
            <a:off x="325069" y="560917"/>
            <a:ext cx="11172272" cy="5105919"/>
          </a:xfrm>
          <a:prstGeom prst="rect">
            <a:avLst/>
          </a:prstGeom>
        </p:spPr>
        <p:txBody>
          <a:bodyPr/>
          <a:lstStyle>
            <a:lvl1pPr marL="0" marR="0" indent="0" algn="l" defTabSz="914377" rtl="0" eaLnBrk="1" fontAlgn="auto" latinLnBrk="0" hangingPunct="0">
              <a:lnSpc>
                <a:spcPct val="150000"/>
              </a:lnSpc>
              <a:spcBef>
                <a:spcPts val="0"/>
              </a:spcBef>
              <a:spcAft>
                <a:spcPts val="0"/>
              </a:spcAft>
              <a:buClrTx/>
              <a:buSzTx/>
              <a:buFont typeface="Arial" panose="020B0604020202020204" pitchFamily="34" charset="0"/>
              <a:buNone/>
              <a:tabLst/>
              <a:defRPr sz="3733" b="0" i="0" baseline="0">
                <a:latin typeface="Source Sans Pro" panose="020B0503030403020204" pitchFamily="34" charset="0"/>
              </a:defRPr>
            </a:lvl1pPr>
            <a:lvl2pPr>
              <a:buNone/>
              <a:defRPr/>
            </a:lvl2pPr>
            <a:lvl3pPr>
              <a:buNone/>
              <a:defRPr/>
            </a:lvl3pPr>
            <a:lvl4pPr>
              <a:buNone/>
              <a:defRPr/>
            </a:lvl4pPr>
            <a:lvl5pPr>
              <a:buNone/>
              <a:defRPr/>
            </a:lvl5pPr>
          </a:lstStyle>
          <a:p>
            <a:pPr marL="228594" marR="0" lvl="0" indent="-228594"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28pt body text (minimum for ease of viewing)</a:t>
            </a:r>
          </a:p>
        </p:txBody>
      </p:sp>
      <p:sp>
        <p:nvSpPr>
          <p:cNvPr id="4" name="TextBox 3">
            <a:extLst>
              <a:ext uri="{FF2B5EF4-FFF2-40B4-BE49-F238E27FC236}">
                <a16:creationId xmlns:a16="http://schemas.microsoft.com/office/drawing/2014/main" id="{E2D182FB-9559-C401-AC59-7583780E68EB}"/>
              </a:ext>
            </a:extLst>
          </p:cNvPr>
          <p:cNvSpPr txBox="1"/>
          <p:nvPr userDrawn="1"/>
        </p:nvSpPr>
        <p:spPr>
          <a:xfrm>
            <a:off x="1" y="6486922"/>
            <a:ext cx="2967791" cy="215444"/>
          </a:xfrm>
          <a:prstGeom prst="rect">
            <a:avLst/>
          </a:prstGeom>
          <a:noFill/>
        </p:spPr>
        <p:txBody>
          <a:bodyPr wrap="square" tIns="0" bIns="0" rtlCol="0" anchor="t">
            <a:spAutoFit/>
          </a:bodyPr>
          <a:lstStyle/>
          <a:p>
            <a:pPr algn="r"/>
            <a:r>
              <a:rPr lang="en-US" sz="1400" b="1" i="0" spc="67" baseline="0" dirty="0">
                <a:solidFill>
                  <a:schemeClr val="bg2">
                    <a:lumMod val="50000"/>
                  </a:schemeClr>
                </a:solidFill>
                <a:latin typeface="Source Sans Pro" panose="020B0503030403020204" pitchFamily="34" charset="0"/>
                <a:cs typeface="Arial" panose="020B0604020202020204" pitchFamily="34" charset="0"/>
              </a:rPr>
              <a:t>THE JACKSON LABORATORY</a:t>
            </a:r>
          </a:p>
        </p:txBody>
      </p:sp>
    </p:spTree>
    <p:extLst>
      <p:ext uri="{BB962C8B-B14F-4D97-AF65-F5344CB8AC3E}">
        <p14:creationId xmlns:p14="http://schemas.microsoft.com/office/powerpoint/2010/main" val="39034737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Gray w/JAX name">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B6926067-3E3A-834B-B491-CF0EA645AD3D}"/>
              </a:ext>
            </a:extLst>
          </p:cNvPr>
          <p:cNvGrpSpPr/>
          <p:nvPr userDrawn="1"/>
        </p:nvGrpSpPr>
        <p:grpSpPr>
          <a:xfrm>
            <a:off x="0" y="6366265"/>
            <a:ext cx="12192000" cy="385623"/>
            <a:chOff x="0" y="4774698"/>
            <a:chExt cx="9144000" cy="289217"/>
          </a:xfrm>
          <a:solidFill>
            <a:schemeClr val="bg1"/>
          </a:solidFill>
        </p:grpSpPr>
        <p:sp>
          <p:nvSpPr>
            <p:cNvPr id="3" name="Rectangle 2">
              <a:extLst>
                <a:ext uri="{FF2B5EF4-FFF2-40B4-BE49-F238E27FC236}">
                  <a16:creationId xmlns:a16="http://schemas.microsoft.com/office/drawing/2014/main" id="{927BC769-C362-0943-8EC8-3BEC86470703}"/>
                </a:ext>
              </a:extLst>
            </p:cNvPr>
            <p:cNvSpPr/>
            <p:nvPr userDrawn="1"/>
          </p:nvSpPr>
          <p:spPr>
            <a:xfrm>
              <a:off x="0" y="4774698"/>
              <a:ext cx="9144000" cy="34289"/>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Source Sans Pro" panose="020B0503030403020204" pitchFamily="34" charset="0"/>
              </a:endParaRPr>
            </a:p>
          </p:txBody>
        </p:sp>
        <p:sp>
          <p:nvSpPr>
            <p:cNvPr id="5" name="Right Triangle 4">
              <a:extLst>
                <a:ext uri="{FF2B5EF4-FFF2-40B4-BE49-F238E27FC236}">
                  <a16:creationId xmlns:a16="http://schemas.microsoft.com/office/drawing/2014/main" id="{7C9338C1-2689-C542-9BD4-BBC7FC4767B8}"/>
                </a:ext>
              </a:extLst>
            </p:cNvPr>
            <p:cNvSpPr/>
            <p:nvPr userDrawn="1"/>
          </p:nvSpPr>
          <p:spPr>
            <a:xfrm rot="10800000" flipH="1">
              <a:off x="2225844" y="4791842"/>
              <a:ext cx="232934" cy="272073"/>
            </a:xfrm>
            <a:prstGeom prst="rtTriangl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Source Sans Pro" panose="020B0503030403020204" pitchFamily="34" charset="0"/>
              </a:endParaRPr>
            </a:p>
          </p:txBody>
        </p:sp>
      </p:grpSp>
      <p:sp>
        <p:nvSpPr>
          <p:cNvPr id="10" name="Text Placeholder 9">
            <a:extLst>
              <a:ext uri="{FF2B5EF4-FFF2-40B4-BE49-F238E27FC236}">
                <a16:creationId xmlns:a16="http://schemas.microsoft.com/office/drawing/2014/main" id="{8743CDD0-2208-DE41-9BCC-3B428BE8A70D}"/>
              </a:ext>
            </a:extLst>
          </p:cNvPr>
          <p:cNvSpPr>
            <a:spLocks noGrp="1"/>
          </p:cNvSpPr>
          <p:nvPr>
            <p:ph type="body" sz="quarter" idx="14" hasCustomPrompt="1"/>
          </p:nvPr>
        </p:nvSpPr>
        <p:spPr>
          <a:xfrm>
            <a:off x="325069" y="560917"/>
            <a:ext cx="11172272" cy="5105919"/>
          </a:xfrm>
          <a:prstGeom prst="rect">
            <a:avLst/>
          </a:prstGeom>
        </p:spPr>
        <p:txBody>
          <a:bodyPr/>
          <a:lstStyle>
            <a:lvl1pPr marL="0" marR="0" indent="0" algn="l" defTabSz="914377" rtl="0" eaLnBrk="1" fontAlgn="auto" latinLnBrk="0" hangingPunct="0">
              <a:lnSpc>
                <a:spcPct val="150000"/>
              </a:lnSpc>
              <a:spcBef>
                <a:spcPts val="0"/>
              </a:spcBef>
              <a:spcAft>
                <a:spcPts val="0"/>
              </a:spcAft>
              <a:buClrTx/>
              <a:buSzTx/>
              <a:buFont typeface="Arial" panose="020B0604020202020204" pitchFamily="34" charset="0"/>
              <a:buNone/>
              <a:tabLst/>
              <a:defRPr sz="3733" b="0" i="0" baseline="0">
                <a:latin typeface="Source Sans Pro" panose="020B0503030403020204" pitchFamily="34" charset="0"/>
              </a:defRPr>
            </a:lvl1pPr>
            <a:lvl2pPr>
              <a:buNone/>
              <a:defRPr/>
            </a:lvl2pPr>
            <a:lvl3pPr>
              <a:buNone/>
              <a:defRPr/>
            </a:lvl3pPr>
            <a:lvl4pPr>
              <a:buNone/>
              <a:defRPr/>
            </a:lvl4pPr>
            <a:lvl5pPr>
              <a:buNone/>
              <a:defRPr/>
            </a:lvl5pPr>
          </a:lstStyle>
          <a:p>
            <a:pPr marL="228594" marR="0" lvl="0" indent="-228594"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28pt body text (minimum for ease of viewing)</a:t>
            </a:r>
          </a:p>
        </p:txBody>
      </p:sp>
      <p:sp>
        <p:nvSpPr>
          <p:cNvPr id="4" name="TextBox 3">
            <a:extLst>
              <a:ext uri="{FF2B5EF4-FFF2-40B4-BE49-F238E27FC236}">
                <a16:creationId xmlns:a16="http://schemas.microsoft.com/office/drawing/2014/main" id="{8D439474-FE25-3D0A-07E5-9E4B7E9EBC32}"/>
              </a:ext>
            </a:extLst>
          </p:cNvPr>
          <p:cNvSpPr txBox="1"/>
          <p:nvPr userDrawn="1"/>
        </p:nvSpPr>
        <p:spPr>
          <a:xfrm>
            <a:off x="1" y="6486922"/>
            <a:ext cx="2967791" cy="215444"/>
          </a:xfrm>
          <a:prstGeom prst="rect">
            <a:avLst/>
          </a:prstGeom>
          <a:noFill/>
        </p:spPr>
        <p:txBody>
          <a:bodyPr wrap="square" tIns="0" bIns="0" rtlCol="0" anchor="t">
            <a:spAutoFit/>
          </a:bodyPr>
          <a:lstStyle/>
          <a:p>
            <a:pPr algn="r"/>
            <a:r>
              <a:rPr lang="en-US" sz="1400" b="1" i="0" spc="67" baseline="0" dirty="0">
                <a:solidFill>
                  <a:schemeClr val="bg2">
                    <a:lumMod val="50000"/>
                  </a:schemeClr>
                </a:solidFill>
                <a:latin typeface="Source Sans Pro" panose="020B0503030403020204" pitchFamily="34" charset="0"/>
                <a:cs typeface="Arial" panose="020B0604020202020204" pitchFamily="34" charset="0"/>
              </a:rPr>
              <a:t>THE JACKSON LABORATORY</a:t>
            </a:r>
          </a:p>
        </p:txBody>
      </p:sp>
    </p:spTree>
    <p:extLst>
      <p:ext uri="{BB962C8B-B14F-4D97-AF65-F5344CB8AC3E}">
        <p14:creationId xmlns:p14="http://schemas.microsoft.com/office/powerpoint/2010/main" val="203958516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Reverse w/JAX nam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AA6F271-C725-2C4D-B082-15BC7DE40D25}"/>
              </a:ext>
            </a:extLst>
          </p:cNvPr>
          <p:cNvSpPr/>
          <p:nvPr userDrawn="1"/>
        </p:nvSpPr>
        <p:spPr>
          <a:xfrm>
            <a:off x="-1" y="0"/>
            <a:ext cx="12192001" cy="6858000"/>
          </a:xfrm>
          <a:prstGeom prst="rect">
            <a:avLst/>
          </a:prstGeom>
          <a:solidFill>
            <a:srgbClr val="04A7F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Source Sans Pro" panose="020B0503030403020204" pitchFamily="34" charset="0"/>
            </a:endParaRPr>
          </a:p>
        </p:txBody>
      </p:sp>
      <p:grpSp>
        <p:nvGrpSpPr>
          <p:cNvPr id="2" name="Group 1">
            <a:extLst>
              <a:ext uri="{FF2B5EF4-FFF2-40B4-BE49-F238E27FC236}">
                <a16:creationId xmlns:a16="http://schemas.microsoft.com/office/drawing/2014/main" id="{091AAD2B-1AED-9A41-88CA-02DDB614B029}"/>
              </a:ext>
            </a:extLst>
          </p:cNvPr>
          <p:cNvGrpSpPr/>
          <p:nvPr userDrawn="1"/>
        </p:nvGrpSpPr>
        <p:grpSpPr>
          <a:xfrm>
            <a:off x="0" y="6366265"/>
            <a:ext cx="12192000" cy="385623"/>
            <a:chOff x="0" y="4774698"/>
            <a:chExt cx="9144000" cy="289217"/>
          </a:xfrm>
        </p:grpSpPr>
        <p:sp>
          <p:nvSpPr>
            <p:cNvPr id="10" name="Rectangle 9">
              <a:extLst>
                <a:ext uri="{FF2B5EF4-FFF2-40B4-BE49-F238E27FC236}">
                  <a16:creationId xmlns:a16="http://schemas.microsoft.com/office/drawing/2014/main" id="{A4E413CA-0523-3649-B537-FE5ACD420F76}"/>
                </a:ext>
              </a:extLst>
            </p:cNvPr>
            <p:cNvSpPr/>
            <p:nvPr userDrawn="1"/>
          </p:nvSpPr>
          <p:spPr>
            <a:xfrm>
              <a:off x="0" y="4774698"/>
              <a:ext cx="9144000" cy="342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Source Sans Pro" panose="020B0503030403020204" pitchFamily="34" charset="0"/>
              </a:endParaRPr>
            </a:p>
          </p:txBody>
        </p:sp>
        <p:sp>
          <p:nvSpPr>
            <p:cNvPr id="12" name="Right Triangle 11">
              <a:extLst>
                <a:ext uri="{FF2B5EF4-FFF2-40B4-BE49-F238E27FC236}">
                  <a16:creationId xmlns:a16="http://schemas.microsoft.com/office/drawing/2014/main" id="{489BD0B7-57DE-C949-A735-BE3D547A3BF4}"/>
                </a:ext>
              </a:extLst>
            </p:cNvPr>
            <p:cNvSpPr/>
            <p:nvPr userDrawn="1"/>
          </p:nvSpPr>
          <p:spPr>
            <a:xfrm rot="10800000" flipH="1">
              <a:off x="2225844" y="4791842"/>
              <a:ext cx="232934" cy="272073"/>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Source Sans Pro" panose="020B0503030403020204" pitchFamily="34" charset="0"/>
              </a:endParaRPr>
            </a:p>
          </p:txBody>
        </p:sp>
      </p:grpSp>
      <p:sp>
        <p:nvSpPr>
          <p:cNvPr id="18" name="Text Placeholder 9">
            <a:extLst>
              <a:ext uri="{FF2B5EF4-FFF2-40B4-BE49-F238E27FC236}">
                <a16:creationId xmlns:a16="http://schemas.microsoft.com/office/drawing/2014/main" id="{6D84452F-2E44-6C4A-9D53-C0E9C297CE8F}"/>
              </a:ext>
            </a:extLst>
          </p:cNvPr>
          <p:cNvSpPr>
            <a:spLocks noGrp="1"/>
          </p:cNvSpPr>
          <p:nvPr>
            <p:ph type="body" sz="quarter" idx="15" hasCustomPrompt="1"/>
          </p:nvPr>
        </p:nvSpPr>
        <p:spPr>
          <a:xfrm>
            <a:off x="325069" y="560917"/>
            <a:ext cx="11172272" cy="3997995"/>
          </a:xfrm>
          <a:prstGeom prst="rect">
            <a:avLst/>
          </a:prstGeom>
        </p:spPr>
        <p:txBody>
          <a:bodyPr/>
          <a:lstStyle>
            <a:lvl1pPr marL="0" marR="0" indent="0" algn="l" defTabSz="914377" rtl="0" eaLnBrk="1" fontAlgn="auto" latinLnBrk="0" hangingPunct="0">
              <a:lnSpc>
                <a:spcPct val="150000"/>
              </a:lnSpc>
              <a:spcBef>
                <a:spcPts val="0"/>
              </a:spcBef>
              <a:spcAft>
                <a:spcPts val="0"/>
              </a:spcAft>
              <a:buClrTx/>
              <a:buSzTx/>
              <a:buFont typeface="Arial" panose="020B0604020202020204" pitchFamily="34" charset="0"/>
              <a:buNone/>
              <a:tabLst/>
              <a:defRPr sz="3733" b="0" i="0" baseline="0">
                <a:latin typeface="Source Sans Pro" panose="020B0503030403020204" pitchFamily="34" charset="0"/>
              </a:defRPr>
            </a:lvl1pPr>
            <a:lvl2pPr>
              <a:buNone/>
              <a:defRPr/>
            </a:lvl2pPr>
            <a:lvl3pPr>
              <a:buNone/>
              <a:defRPr/>
            </a:lvl3pPr>
            <a:lvl4pPr>
              <a:buNone/>
              <a:defRPr/>
            </a:lvl4pPr>
            <a:lvl5pPr>
              <a:buNone/>
              <a:defRPr/>
            </a:lvl5pPr>
          </a:lstStyle>
          <a:p>
            <a:pPr marL="228594" marR="0" lvl="0" indent="-228594"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28pt body text (minimum for ease of viewing)</a:t>
            </a:r>
          </a:p>
        </p:txBody>
      </p:sp>
      <p:sp>
        <p:nvSpPr>
          <p:cNvPr id="19" name="Text Placeholder 9">
            <a:extLst>
              <a:ext uri="{FF2B5EF4-FFF2-40B4-BE49-F238E27FC236}">
                <a16:creationId xmlns:a16="http://schemas.microsoft.com/office/drawing/2014/main" id="{9BB09F22-22FC-E843-8B89-4987E9EC97F2}"/>
              </a:ext>
            </a:extLst>
          </p:cNvPr>
          <p:cNvSpPr>
            <a:spLocks noGrp="1"/>
          </p:cNvSpPr>
          <p:nvPr>
            <p:ph type="body" sz="quarter" idx="14" hasCustomPrompt="1"/>
          </p:nvPr>
        </p:nvSpPr>
        <p:spPr>
          <a:xfrm>
            <a:off x="325069" y="4944533"/>
            <a:ext cx="11172272" cy="847992"/>
          </a:xfrm>
          <a:prstGeom prst="rect">
            <a:avLst/>
          </a:prstGeom>
        </p:spPr>
        <p:txBody>
          <a:bodyPr/>
          <a:lstStyle>
            <a:lvl1pPr marL="0" marR="0" indent="0" algn="l" defTabSz="914377" rtl="0" eaLnBrk="1" fontAlgn="auto" latinLnBrk="0" hangingPunct="0">
              <a:lnSpc>
                <a:spcPct val="150000"/>
              </a:lnSpc>
              <a:spcBef>
                <a:spcPts val="0"/>
              </a:spcBef>
              <a:spcAft>
                <a:spcPts val="0"/>
              </a:spcAft>
              <a:buClrTx/>
              <a:buSzTx/>
              <a:buFont typeface="Arial" panose="020B0604020202020204" pitchFamily="34" charset="0"/>
              <a:buNone/>
              <a:tabLst/>
              <a:defRPr sz="3733" b="0" i="0" baseline="0">
                <a:solidFill>
                  <a:schemeClr val="bg1"/>
                </a:solidFill>
                <a:latin typeface="Source Sans Pro" panose="020B0503030403020204" pitchFamily="34" charset="0"/>
              </a:defRPr>
            </a:lvl1pPr>
            <a:lvl2pPr>
              <a:buNone/>
              <a:defRPr/>
            </a:lvl2pPr>
            <a:lvl3pPr>
              <a:buNone/>
              <a:defRPr/>
            </a:lvl3pPr>
            <a:lvl4pPr>
              <a:buNone/>
              <a:defRPr/>
            </a:lvl4pPr>
            <a:lvl5pPr>
              <a:buNone/>
              <a:defRPr/>
            </a:lvl5pPr>
          </a:lstStyle>
          <a:p>
            <a:pPr marL="228594" marR="0" lvl="0" indent="-228594"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Black or white text will work on this slide.</a:t>
            </a:r>
          </a:p>
        </p:txBody>
      </p:sp>
      <p:sp>
        <p:nvSpPr>
          <p:cNvPr id="4" name="TextBox 3">
            <a:extLst>
              <a:ext uri="{FF2B5EF4-FFF2-40B4-BE49-F238E27FC236}">
                <a16:creationId xmlns:a16="http://schemas.microsoft.com/office/drawing/2014/main" id="{1C944AAF-E0EC-DF39-1168-6A7A0AB94ABD}"/>
              </a:ext>
            </a:extLst>
          </p:cNvPr>
          <p:cNvSpPr txBox="1"/>
          <p:nvPr userDrawn="1"/>
        </p:nvSpPr>
        <p:spPr>
          <a:xfrm>
            <a:off x="1" y="6486922"/>
            <a:ext cx="2967791" cy="215444"/>
          </a:xfrm>
          <a:prstGeom prst="rect">
            <a:avLst/>
          </a:prstGeom>
          <a:noFill/>
        </p:spPr>
        <p:txBody>
          <a:bodyPr wrap="square" tIns="0" bIns="0" rtlCol="0" anchor="t">
            <a:spAutoFit/>
          </a:bodyPr>
          <a:lstStyle/>
          <a:p>
            <a:pPr algn="r"/>
            <a:r>
              <a:rPr lang="en-US" sz="1400" b="1" i="0" spc="67" baseline="0" dirty="0">
                <a:solidFill>
                  <a:schemeClr val="bg1"/>
                </a:solidFill>
                <a:latin typeface="Source Sans Pro" panose="020B0503030403020204" pitchFamily="34" charset="0"/>
                <a:cs typeface="Arial" panose="020B0604020202020204" pitchFamily="34" charset="0"/>
              </a:rPr>
              <a:t>THE JACKSON LABORATORY</a:t>
            </a:r>
          </a:p>
        </p:txBody>
      </p:sp>
    </p:spTree>
    <p:extLst>
      <p:ext uri="{BB962C8B-B14F-4D97-AF65-F5344CB8AC3E}">
        <p14:creationId xmlns:p14="http://schemas.microsoft.com/office/powerpoint/2010/main" val="45058679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JAX Informational Slide">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080703B-DC8B-6945-A0EC-208449BB3160}"/>
              </a:ext>
            </a:extLst>
          </p:cNvPr>
          <p:cNvGrpSpPr/>
          <p:nvPr userDrawn="1"/>
        </p:nvGrpSpPr>
        <p:grpSpPr>
          <a:xfrm>
            <a:off x="0" y="1670172"/>
            <a:ext cx="12192000" cy="466571"/>
            <a:chOff x="0" y="1252629"/>
            <a:chExt cx="9144000" cy="349928"/>
          </a:xfrm>
        </p:grpSpPr>
        <p:sp>
          <p:nvSpPr>
            <p:cNvPr id="3" name="Rectangle 2">
              <a:extLst>
                <a:ext uri="{FF2B5EF4-FFF2-40B4-BE49-F238E27FC236}">
                  <a16:creationId xmlns:a16="http://schemas.microsoft.com/office/drawing/2014/main" id="{629F9AAE-43FC-E14B-ACEA-331CF6545456}"/>
                </a:ext>
              </a:extLst>
            </p:cNvPr>
            <p:cNvSpPr/>
            <p:nvPr userDrawn="1"/>
          </p:nvSpPr>
          <p:spPr>
            <a:xfrm>
              <a:off x="0" y="1252629"/>
              <a:ext cx="9144000" cy="34289"/>
            </a:xfrm>
            <a:prstGeom prst="rect">
              <a:avLst/>
            </a:prstGeom>
            <a:solidFill>
              <a:srgbClr val="04A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Source Sans Pro" panose="020B0503030403020204" pitchFamily="34" charset="0"/>
              </a:endParaRPr>
            </a:p>
          </p:txBody>
        </p:sp>
        <p:sp>
          <p:nvSpPr>
            <p:cNvPr id="4" name="Right Triangle 3">
              <a:extLst>
                <a:ext uri="{FF2B5EF4-FFF2-40B4-BE49-F238E27FC236}">
                  <a16:creationId xmlns:a16="http://schemas.microsoft.com/office/drawing/2014/main" id="{3E7A331B-7026-1E47-BD4D-FE2B7AE0A468}"/>
                </a:ext>
              </a:extLst>
            </p:cNvPr>
            <p:cNvSpPr/>
            <p:nvPr userDrawn="1"/>
          </p:nvSpPr>
          <p:spPr>
            <a:xfrm rot="10800000">
              <a:off x="3217068" y="1269773"/>
              <a:ext cx="284911" cy="332784"/>
            </a:xfrm>
            <a:prstGeom prst="rtTriangle">
              <a:avLst/>
            </a:prstGeom>
            <a:solidFill>
              <a:srgbClr val="04A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Source Sans Pro" panose="020B0503030403020204" pitchFamily="34" charset="0"/>
              </a:endParaRPr>
            </a:p>
          </p:txBody>
        </p:sp>
      </p:grpSp>
      <p:pic>
        <p:nvPicPr>
          <p:cNvPr id="5" name="Picture 4">
            <a:extLst>
              <a:ext uri="{FF2B5EF4-FFF2-40B4-BE49-F238E27FC236}">
                <a16:creationId xmlns:a16="http://schemas.microsoft.com/office/drawing/2014/main" id="{F623F9D7-AD2E-564F-9B08-FFA7BB1C03F9}"/>
              </a:ext>
            </a:extLst>
          </p:cNvPr>
          <p:cNvPicPr>
            <a:picLocks noChangeAspect="1"/>
          </p:cNvPicPr>
          <p:nvPr userDrawn="1"/>
        </p:nvPicPr>
        <p:blipFill rotWithShape="1">
          <a:blip r:embed="rId2"/>
          <a:srcRect l="-8405" t="-28146" r="-9101" b="-22219"/>
          <a:stretch/>
        </p:blipFill>
        <p:spPr>
          <a:xfrm>
            <a:off x="1" y="58923"/>
            <a:ext cx="4943468" cy="1539532"/>
          </a:xfrm>
          <a:prstGeom prst="rect">
            <a:avLst/>
          </a:prstGeom>
        </p:spPr>
      </p:pic>
      <p:sp>
        <p:nvSpPr>
          <p:cNvPr id="6" name="TextBox 5">
            <a:extLst>
              <a:ext uri="{FF2B5EF4-FFF2-40B4-BE49-F238E27FC236}">
                <a16:creationId xmlns:a16="http://schemas.microsoft.com/office/drawing/2014/main" id="{F75C272B-A03F-2543-AE09-4AD1BB58E51C}"/>
              </a:ext>
            </a:extLst>
          </p:cNvPr>
          <p:cNvSpPr txBox="1"/>
          <p:nvPr userDrawn="1"/>
        </p:nvSpPr>
        <p:spPr>
          <a:xfrm>
            <a:off x="4798919" y="1917374"/>
            <a:ext cx="7033379" cy="3539430"/>
          </a:xfrm>
          <a:prstGeom prst="rect">
            <a:avLst/>
          </a:prstGeom>
          <a:noFill/>
        </p:spPr>
        <p:txBody>
          <a:bodyPr wrap="square" rtlCol="0">
            <a:spAutoFit/>
          </a:bodyPr>
          <a:lstStyle/>
          <a:p>
            <a:r>
              <a:rPr lang="en-US" sz="2800" b="0" i="0" dirty="0">
                <a:solidFill>
                  <a:srgbClr val="7C7C7C"/>
                </a:solidFill>
                <a:latin typeface="Source Sans Pro" panose="020B0503030403020204" pitchFamily="34" charset="0"/>
                <a:cs typeface="Arial" panose="020B0604020202020204" pitchFamily="34" charset="0"/>
              </a:rPr>
              <a:t>The Jackson Laboratory is an independent, nonprofit biomedical research institution with a mission to discover precise genomic solutions for disease and empower the global biomedical community in the shared quest to improve human health. </a:t>
            </a:r>
          </a:p>
          <a:p>
            <a:endParaRPr lang="en-US" sz="2800" b="0" i="0" dirty="0">
              <a:solidFill>
                <a:srgbClr val="7C7C7C"/>
              </a:solidFill>
              <a:latin typeface="Source Sans Pro" panose="020B0503030403020204" pitchFamily="34" charset="0"/>
              <a:cs typeface="Arial" panose="020B0604020202020204" pitchFamily="34" charset="0"/>
            </a:endParaRPr>
          </a:p>
          <a:p>
            <a:r>
              <a:rPr lang="en-US" sz="2800" b="0" i="0" dirty="0">
                <a:solidFill>
                  <a:srgbClr val="7C7C7C"/>
                </a:solidFill>
                <a:latin typeface="Source Sans Pro" panose="020B0503030403020204" pitchFamily="34" charset="0"/>
                <a:cs typeface="Arial" panose="020B0604020202020204" pitchFamily="34" charset="0"/>
              </a:rPr>
              <a:t>Learn more at </a:t>
            </a:r>
            <a:r>
              <a:rPr lang="en-US" sz="2800" b="0" i="0" dirty="0" err="1">
                <a:solidFill>
                  <a:srgbClr val="7C7C7C"/>
                </a:solidFill>
                <a:latin typeface="Source Sans Pro" panose="020B0503030403020204" pitchFamily="34" charset="0"/>
                <a:cs typeface="Arial" panose="020B0604020202020204" pitchFamily="34" charset="0"/>
              </a:rPr>
              <a:t>www.jax.org</a:t>
            </a:r>
            <a:r>
              <a:rPr lang="en-US" sz="2800" b="0" i="0" dirty="0">
                <a:solidFill>
                  <a:srgbClr val="7C7C7C"/>
                </a:solidFill>
                <a:latin typeface="Source Sans Pro" panose="020B0503030403020204" pitchFamily="34" charset="0"/>
                <a:cs typeface="Arial" panose="020B0604020202020204" pitchFamily="34" charset="0"/>
              </a:rPr>
              <a:t>.</a:t>
            </a:r>
          </a:p>
        </p:txBody>
      </p:sp>
      <p:pic>
        <p:nvPicPr>
          <p:cNvPr id="9" name="Picture 8">
            <a:extLst>
              <a:ext uri="{FF2B5EF4-FFF2-40B4-BE49-F238E27FC236}">
                <a16:creationId xmlns:a16="http://schemas.microsoft.com/office/drawing/2014/main" id="{08ADE88C-998C-4984-C128-934EDED39B58}"/>
              </a:ext>
            </a:extLst>
          </p:cNvPr>
          <p:cNvPicPr>
            <a:picLocks noChangeAspect="1"/>
          </p:cNvPicPr>
          <p:nvPr userDrawn="1"/>
        </p:nvPicPr>
        <p:blipFill>
          <a:blip r:embed="rId3"/>
          <a:stretch>
            <a:fillRect/>
          </a:stretch>
        </p:blipFill>
        <p:spPr>
          <a:xfrm>
            <a:off x="4943469" y="5805444"/>
            <a:ext cx="2860649" cy="399160"/>
          </a:xfrm>
          <a:prstGeom prst="rect">
            <a:avLst/>
          </a:prstGeom>
        </p:spPr>
      </p:pic>
    </p:spTree>
    <p:extLst>
      <p:ext uri="{BB962C8B-B14F-4D97-AF65-F5344CB8AC3E}">
        <p14:creationId xmlns:p14="http://schemas.microsoft.com/office/powerpoint/2010/main" val="27425656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userDrawn="1">
  <p:cSld name="Alt Title Slide w/Logo">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233EB50-8758-C242-AC0A-914AE0C39B18}"/>
              </a:ext>
            </a:extLst>
          </p:cNvPr>
          <p:cNvSpPr/>
          <p:nvPr userDrawn="1"/>
        </p:nvSpPr>
        <p:spPr>
          <a:xfrm>
            <a:off x="-1" y="0"/>
            <a:ext cx="12192001" cy="6858000"/>
          </a:xfrm>
          <a:prstGeom prst="rect">
            <a:avLst/>
          </a:prstGeom>
          <a:solidFill>
            <a:srgbClr val="04A7F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Source Sans Pro" panose="020B0503030403020204" pitchFamily="34" charset="0"/>
            </a:endParaRPr>
          </a:p>
        </p:txBody>
      </p:sp>
      <p:pic>
        <p:nvPicPr>
          <p:cNvPr id="4" name="Picture 3">
            <a:extLst>
              <a:ext uri="{FF2B5EF4-FFF2-40B4-BE49-F238E27FC236}">
                <a16:creationId xmlns:a16="http://schemas.microsoft.com/office/drawing/2014/main" id="{D3C279D0-A85D-7B40-8A18-E48ED5D64CA9}"/>
              </a:ext>
            </a:extLst>
          </p:cNvPr>
          <p:cNvPicPr>
            <a:picLocks noChangeAspect="1"/>
          </p:cNvPicPr>
          <p:nvPr userDrawn="1"/>
        </p:nvPicPr>
        <p:blipFill>
          <a:blip r:embed="rId2"/>
          <a:srcRect l="3189" r="3189"/>
          <a:stretch/>
        </p:blipFill>
        <p:spPr>
          <a:xfrm>
            <a:off x="-1" y="0"/>
            <a:ext cx="12192000" cy="6858000"/>
          </a:xfrm>
          <a:prstGeom prst="rect">
            <a:avLst/>
          </a:prstGeom>
        </p:spPr>
      </p:pic>
      <p:sp>
        <p:nvSpPr>
          <p:cNvPr id="5" name="Rectangle 4">
            <a:extLst>
              <a:ext uri="{FF2B5EF4-FFF2-40B4-BE49-F238E27FC236}">
                <a16:creationId xmlns:a16="http://schemas.microsoft.com/office/drawing/2014/main" id="{2F5B142A-BD2B-6044-9339-40FF387731E8}"/>
              </a:ext>
            </a:extLst>
          </p:cNvPr>
          <p:cNvSpPr/>
          <p:nvPr userDrawn="1"/>
        </p:nvSpPr>
        <p:spPr>
          <a:xfrm>
            <a:off x="0" y="1204813"/>
            <a:ext cx="12192000" cy="4653643"/>
          </a:xfrm>
          <a:prstGeom prst="rect">
            <a:avLst/>
          </a:prstGeom>
          <a:solidFill>
            <a:schemeClr val="accent1">
              <a:alpha val="74237"/>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dirty="0">
              <a:latin typeface="Source Sans Pro" panose="020B0503030403020204" pitchFamily="34" charset="0"/>
            </a:endParaRPr>
          </a:p>
        </p:txBody>
      </p:sp>
      <p:sp>
        <p:nvSpPr>
          <p:cNvPr id="7" name="Text Placeholder 7">
            <a:extLst>
              <a:ext uri="{FF2B5EF4-FFF2-40B4-BE49-F238E27FC236}">
                <a16:creationId xmlns:a16="http://schemas.microsoft.com/office/drawing/2014/main" id="{776A90FC-CF97-CD4C-9263-F6302CF7B756}"/>
              </a:ext>
            </a:extLst>
          </p:cNvPr>
          <p:cNvSpPr>
            <a:spLocks noGrp="1"/>
          </p:cNvSpPr>
          <p:nvPr>
            <p:ph type="body" sz="quarter" idx="10" hasCustomPrompt="1"/>
          </p:nvPr>
        </p:nvSpPr>
        <p:spPr>
          <a:xfrm>
            <a:off x="582614" y="1850649"/>
            <a:ext cx="11026775" cy="1541463"/>
          </a:xfrm>
          <a:prstGeom prst="rect">
            <a:avLst/>
          </a:prstGeom>
        </p:spPr>
        <p:txBody>
          <a:bodyPr/>
          <a:lstStyle>
            <a:lvl1pPr marL="0">
              <a:buNone/>
              <a:defRPr sz="6000" b="1" i="0">
                <a:solidFill>
                  <a:schemeClr val="bg1"/>
                </a:solidFill>
                <a:latin typeface="Source Sans Pro" panose="020B0503030403020204" pitchFamily="34" charset="0"/>
              </a:defRPr>
            </a:lvl1pPr>
          </a:lstStyle>
          <a:p>
            <a:pPr lvl="0"/>
            <a:r>
              <a:rPr lang="en-US" dirty="0"/>
              <a:t>Alternate Title Slide Here and Here and Here 45pt Bold</a:t>
            </a:r>
          </a:p>
        </p:txBody>
      </p:sp>
      <p:sp>
        <p:nvSpPr>
          <p:cNvPr id="8" name="Text Placeholder 12">
            <a:extLst>
              <a:ext uri="{FF2B5EF4-FFF2-40B4-BE49-F238E27FC236}">
                <a16:creationId xmlns:a16="http://schemas.microsoft.com/office/drawing/2014/main" id="{028B5449-3E99-0E4E-8A44-E6124D0F871D}"/>
              </a:ext>
            </a:extLst>
          </p:cNvPr>
          <p:cNvSpPr>
            <a:spLocks noGrp="1"/>
          </p:cNvSpPr>
          <p:nvPr>
            <p:ph type="body" sz="quarter" idx="11" hasCustomPrompt="1"/>
          </p:nvPr>
        </p:nvSpPr>
        <p:spPr>
          <a:xfrm>
            <a:off x="1825959" y="4037944"/>
            <a:ext cx="8540083" cy="658627"/>
          </a:xfrm>
          <a:prstGeom prst="rect">
            <a:avLst/>
          </a:prstGeom>
        </p:spPr>
        <p:txBody>
          <a:bodyPr/>
          <a:lstStyle>
            <a:lvl1pPr marL="0" marR="0" indent="-228594" algn="ctr" defTabSz="914377" rtl="0" eaLnBrk="1" fontAlgn="auto" latinLnBrk="0" hangingPunct="1">
              <a:lnSpc>
                <a:spcPct val="90000"/>
              </a:lnSpc>
              <a:spcBef>
                <a:spcPts val="1000"/>
              </a:spcBef>
              <a:spcAft>
                <a:spcPts val="0"/>
              </a:spcAft>
              <a:buClrTx/>
              <a:buSzTx/>
              <a:buFont typeface="Arial" panose="020B0604020202020204" pitchFamily="34" charset="0"/>
              <a:buNone/>
              <a:tabLst/>
              <a:defRPr sz="3200" b="0" i="0">
                <a:solidFill>
                  <a:schemeClr val="bg1"/>
                </a:solidFill>
                <a:latin typeface="Source Sans Pro" panose="020B0503030403020204" pitchFamily="34" charset="0"/>
                <a:cs typeface="Arial" panose="020B0604020202020204" pitchFamily="34" charset="0"/>
              </a:defRPr>
            </a:lvl1pPr>
          </a:lstStyle>
          <a:p>
            <a:pPr lvl="0"/>
            <a:r>
              <a:rPr lang="en-US" dirty="0"/>
              <a:t>Speaker Names </a:t>
            </a:r>
            <a:r>
              <a:rPr lang="en-US" dirty="0" err="1"/>
              <a:t>CanGoHere</a:t>
            </a:r>
            <a:r>
              <a:rPr lang="en-US" dirty="0"/>
              <a:t>, Ph.D. </a:t>
            </a:r>
            <a:r>
              <a:rPr lang="en-US" dirty="0" err="1"/>
              <a:t>24pt</a:t>
            </a:r>
            <a:endParaRPr lang="en-US" dirty="0"/>
          </a:p>
        </p:txBody>
      </p:sp>
    </p:spTree>
    <p:extLst>
      <p:ext uri="{BB962C8B-B14F-4D97-AF65-F5344CB8AC3E}">
        <p14:creationId xmlns:p14="http://schemas.microsoft.com/office/powerpoint/2010/main" val="240288958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5.xml"/><Relationship Id="rId7" Type="http://schemas.openxmlformats.org/officeDocument/2006/relationships/slideLayout" Target="../slideLayouts/slideLayout9.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17" Type="http://schemas.openxmlformats.org/officeDocument/2006/relationships/theme" Target="../theme/theme3.xml"/><Relationship Id="rId2" Type="http://schemas.openxmlformats.org/officeDocument/2006/relationships/slideLayout" Target="../slideLayouts/slideLayout11.xml"/><Relationship Id="rId16" Type="http://schemas.openxmlformats.org/officeDocument/2006/relationships/slideLayout" Target="../slideLayouts/slideLayout25.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5" Type="http://schemas.openxmlformats.org/officeDocument/2006/relationships/slideLayout" Target="../slideLayouts/slideLayout2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43170703"/>
      </p:ext>
    </p:extLst>
  </p:cSld>
  <p:clrMap bg1="lt1" tx1="dk1" bg2="lt2" tx2="dk2" accent1="accent1" accent2="accent2" accent3="accent3" accent4="accent4" accent5="accent5" accent6="accent6" hlink="hlink" folHlink="folHlink"/>
  <p:sldLayoutIdLst>
    <p:sldLayoutId id="2147483710" r:id="rId1"/>
    <p:sldLayoutId id="2147483711" r:id="rId2"/>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5754784"/>
      </p:ext>
    </p:extLst>
  </p:cSld>
  <p:clrMap bg1="lt1" tx1="dk1" bg2="lt2" tx2="dk2" accent1="accent1" accent2="accent2" accent3="accent3" accent4="accent4" accent5="accent5" accent6="accent6" hlink="hlink" folHlink="folHlink"/>
  <p:sldLayoutIdLst>
    <p:sldLayoutId id="2147483672" r:id="rId1"/>
    <p:sldLayoutId id="2147483688" r:id="rId2"/>
    <p:sldLayoutId id="2147483689" r:id="rId3"/>
    <p:sldLayoutId id="2147483691" r:id="rId4"/>
    <p:sldLayoutId id="2147483690" r:id="rId5"/>
    <p:sldLayoutId id="2147483673" r:id="rId6"/>
    <p:sldLayoutId id="2147483676" r:id="rId7"/>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3"/>
            <a:ext cx="2743200" cy="365124"/>
          </a:xfrm>
          <a:prstGeom prst="rect">
            <a:avLst/>
          </a:prstGeom>
        </p:spPr>
        <p:txBody>
          <a:bodyPr vert="horz" lIns="91440" tIns="45720" rIns="91440" bIns="45720" rtlCol="0" anchor="ctr"/>
          <a:lstStyle>
            <a:lvl1pPr algn="l">
              <a:defRPr sz="643" b="0" i="0">
                <a:solidFill>
                  <a:schemeClr val="tx1">
                    <a:tint val="75000"/>
                  </a:schemeClr>
                </a:solidFill>
                <a:latin typeface="Source Sans Pro" panose="020B0503030403020204" pitchFamily="34" charset="0"/>
              </a:defRPr>
            </a:lvl1pPr>
          </a:lstStyle>
          <a:p>
            <a:fld id="{A2B479A3-3946-D64C-9474-EA45209B5988}" type="datetimeFigureOut">
              <a:rPr lang="en-US" smtClean="0"/>
              <a:pPr/>
              <a:t>11/17/25</a:t>
            </a:fld>
            <a:endParaRPr lang="en-US" dirty="0"/>
          </a:p>
        </p:txBody>
      </p:sp>
      <p:sp>
        <p:nvSpPr>
          <p:cNvPr id="5" name="Footer Placeholder 4"/>
          <p:cNvSpPr>
            <a:spLocks noGrp="1"/>
          </p:cNvSpPr>
          <p:nvPr>
            <p:ph type="ftr" sz="quarter" idx="3"/>
          </p:nvPr>
        </p:nvSpPr>
        <p:spPr>
          <a:xfrm>
            <a:off x="4038600" y="6356353"/>
            <a:ext cx="4114800" cy="365124"/>
          </a:xfrm>
          <a:prstGeom prst="rect">
            <a:avLst/>
          </a:prstGeom>
        </p:spPr>
        <p:txBody>
          <a:bodyPr vert="horz" lIns="91440" tIns="45720" rIns="91440" bIns="45720" rtlCol="0" anchor="ctr"/>
          <a:lstStyle>
            <a:lvl1pPr algn="ctr">
              <a:defRPr sz="643" b="0" i="0">
                <a:solidFill>
                  <a:schemeClr val="tx1">
                    <a:tint val="75000"/>
                  </a:schemeClr>
                </a:solidFill>
                <a:latin typeface="Source Sans Pro" panose="020B0503030403020204" pitchFamily="34" charset="0"/>
              </a:defRPr>
            </a:lvl1pPr>
          </a:lstStyle>
          <a:p>
            <a:endParaRPr lang="en-US" dirty="0"/>
          </a:p>
        </p:txBody>
      </p:sp>
      <p:sp>
        <p:nvSpPr>
          <p:cNvPr id="6" name="Slide Number Placeholder 5"/>
          <p:cNvSpPr>
            <a:spLocks noGrp="1"/>
          </p:cNvSpPr>
          <p:nvPr>
            <p:ph type="sldNum" sz="quarter" idx="4"/>
          </p:nvPr>
        </p:nvSpPr>
        <p:spPr>
          <a:xfrm>
            <a:off x="8610600" y="6356353"/>
            <a:ext cx="2743200" cy="365124"/>
          </a:xfrm>
          <a:prstGeom prst="rect">
            <a:avLst/>
          </a:prstGeom>
        </p:spPr>
        <p:txBody>
          <a:bodyPr vert="horz" lIns="91440" tIns="45720" rIns="91440" bIns="45720" rtlCol="0" anchor="ctr"/>
          <a:lstStyle>
            <a:lvl1pPr algn="r">
              <a:defRPr sz="643" b="0" i="0">
                <a:solidFill>
                  <a:schemeClr val="tx1">
                    <a:tint val="75000"/>
                  </a:schemeClr>
                </a:solidFill>
                <a:latin typeface="Source Sans Pro" panose="020B0503030403020204" pitchFamily="34" charset="0"/>
              </a:defRPr>
            </a:lvl1pPr>
          </a:lstStyle>
          <a:p>
            <a:fld id="{0E6C3370-8466-C045-8ADC-FBC94591C3B0}" type="slidenum">
              <a:rPr lang="en-US" smtClean="0"/>
              <a:pPr/>
              <a:t>‹#›</a:t>
            </a:fld>
            <a:endParaRPr lang="en-US" dirty="0"/>
          </a:p>
        </p:txBody>
      </p:sp>
    </p:spTree>
    <p:extLst>
      <p:ext uri="{BB962C8B-B14F-4D97-AF65-F5344CB8AC3E}">
        <p14:creationId xmlns:p14="http://schemas.microsoft.com/office/powerpoint/2010/main" val="1319542128"/>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2"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731" r:id="rId16"/>
  </p:sldLayoutIdLst>
  <p:txStyles>
    <p:titleStyle>
      <a:lvl1pPr algn="l" defTabSz="489862" rtl="0" eaLnBrk="1" latinLnBrk="0" hangingPunct="1">
        <a:lnSpc>
          <a:spcPct val="90000"/>
        </a:lnSpc>
        <a:spcBef>
          <a:spcPct val="0"/>
        </a:spcBef>
        <a:buNone/>
        <a:defRPr sz="2357" b="0" i="0" kern="1200">
          <a:solidFill>
            <a:schemeClr val="tx1"/>
          </a:solidFill>
          <a:latin typeface="Source Sans Pro Light" panose="020B0403030403020204" pitchFamily="34" charset="0"/>
          <a:ea typeface="+mj-ea"/>
          <a:cs typeface="+mj-cs"/>
        </a:defRPr>
      </a:lvl1pPr>
    </p:titleStyle>
    <p:bodyStyle>
      <a:lvl1pPr marL="122465" indent="-122465" algn="l" defTabSz="489862" rtl="0" eaLnBrk="1" latinLnBrk="0" hangingPunct="1">
        <a:lnSpc>
          <a:spcPct val="90000"/>
        </a:lnSpc>
        <a:spcBef>
          <a:spcPts val="536"/>
        </a:spcBef>
        <a:buFont typeface="Arial" panose="020B0604020202020204" pitchFamily="34" charset="0"/>
        <a:buChar char="•"/>
        <a:defRPr sz="1500" b="0" i="0" kern="1200">
          <a:solidFill>
            <a:schemeClr val="tx1"/>
          </a:solidFill>
          <a:latin typeface="Source Sans Pro" panose="020B0503030403020204" pitchFamily="34" charset="0"/>
          <a:ea typeface="+mn-ea"/>
          <a:cs typeface="+mn-cs"/>
        </a:defRPr>
      </a:lvl1pPr>
      <a:lvl2pPr marL="367396" indent="-122465" algn="l" defTabSz="489862" rtl="0" eaLnBrk="1" latinLnBrk="0" hangingPunct="1">
        <a:lnSpc>
          <a:spcPct val="90000"/>
        </a:lnSpc>
        <a:spcBef>
          <a:spcPts val="268"/>
        </a:spcBef>
        <a:buFont typeface="Arial" panose="020B0604020202020204" pitchFamily="34" charset="0"/>
        <a:buChar char="•"/>
        <a:defRPr sz="1285" b="0" i="0" kern="1200">
          <a:solidFill>
            <a:schemeClr val="tx1"/>
          </a:solidFill>
          <a:latin typeface="Source Sans Pro" panose="020B0503030403020204" pitchFamily="34" charset="0"/>
          <a:ea typeface="+mn-ea"/>
          <a:cs typeface="+mn-cs"/>
        </a:defRPr>
      </a:lvl2pPr>
      <a:lvl3pPr marL="612327" indent="-122465" algn="l" defTabSz="489862" rtl="0" eaLnBrk="1" latinLnBrk="0" hangingPunct="1">
        <a:lnSpc>
          <a:spcPct val="90000"/>
        </a:lnSpc>
        <a:spcBef>
          <a:spcPts val="268"/>
        </a:spcBef>
        <a:buFont typeface="Arial" panose="020B0604020202020204" pitchFamily="34" charset="0"/>
        <a:buChar char="•"/>
        <a:defRPr sz="1072" b="0" i="0" kern="1200">
          <a:solidFill>
            <a:schemeClr val="tx1"/>
          </a:solidFill>
          <a:latin typeface="Source Sans Pro" panose="020B0503030403020204" pitchFamily="34" charset="0"/>
          <a:ea typeface="+mn-ea"/>
          <a:cs typeface="+mn-cs"/>
        </a:defRPr>
      </a:lvl3pPr>
      <a:lvl4pPr marL="857259" indent="-122465" algn="l" defTabSz="489862" rtl="0" eaLnBrk="1" latinLnBrk="0" hangingPunct="1">
        <a:lnSpc>
          <a:spcPct val="90000"/>
        </a:lnSpc>
        <a:spcBef>
          <a:spcPts val="268"/>
        </a:spcBef>
        <a:buFont typeface="Arial" panose="020B0604020202020204" pitchFamily="34" charset="0"/>
        <a:buChar char="•"/>
        <a:defRPr sz="964" b="0" i="0" kern="1200">
          <a:solidFill>
            <a:schemeClr val="tx1"/>
          </a:solidFill>
          <a:latin typeface="Source Sans Pro" panose="020B0503030403020204" pitchFamily="34" charset="0"/>
          <a:ea typeface="+mn-ea"/>
          <a:cs typeface="+mn-cs"/>
        </a:defRPr>
      </a:lvl4pPr>
      <a:lvl5pPr marL="1102190" indent="-122465" algn="l" defTabSz="489862" rtl="0" eaLnBrk="1" latinLnBrk="0" hangingPunct="1">
        <a:lnSpc>
          <a:spcPct val="90000"/>
        </a:lnSpc>
        <a:spcBef>
          <a:spcPts val="268"/>
        </a:spcBef>
        <a:buFont typeface="Arial" panose="020B0604020202020204" pitchFamily="34" charset="0"/>
        <a:buChar char="•"/>
        <a:defRPr sz="964" b="0" i="0" kern="1200">
          <a:solidFill>
            <a:schemeClr val="tx1"/>
          </a:solidFill>
          <a:latin typeface="Source Sans Pro" panose="020B0503030403020204" pitchFamily="34" charset="0"/>
          <a:ea typeface="+mn-ea"/>
          <a:cs typeface="+mn-cs"/>
        </a:defRPr>
      </a:lvl5pPr>
      <a:lvl6pPr marL="1347121" indent="-122465" algn="l" defTabSz="489862" rtl="0" eaLnBrk="1" latinLnBrk="0" hangingPunct="1">
        <a:lnSpc>
          <a:spcPct val="90000"/>
        </a:lnSpc>
        <a:spcBef>
          <a:spcPts val="268"/>
        </a:spcBef>
        <a:buFont typeface="Arial" panose="020B0604020202020204" pitchFamily="34" charset="0"/>
        <a:buChar char="•"/>
        <a:defRPr sz="964" kern="1200">
          <a:solidFill>
            <a:schemeClr val="tx1"/>
          </a:solidFill>
          <a:latin typeface="+mn-lt"/>
          <a:ea typeface="+mn-ea"/>
          <a:cs typeface="+mn-cs"/>
        </a:defRPr>
      </a:lvl6pPr>
      <a:lvl7pPr marL="1592052" indent="-122465" algn="l" defTabSz="489862" rtl="0" eaLnBrk="1" latinLnBrk="0" hangingPunct="1">
        <a:lnSpc>
          <a:spcPct val="90000"/>
        </a:lnSpc>
        <a:spcBef>
          <a:spcPts val="268"/>
        </a:spcBef>
        <a:buFont typeface="Arial" panose="020B0604020202020204" pitchFamily="34" charset="0"/>
        <a:buChar char="•"/>
        <a:defRPr sz="964" kern="1200">
          <a:solidFill>
            <a:schemeClr val="tx1"/>
          </a:solidFill>
          <a:latin typeface="+mn-lt"/>
          <a:ea typeface="+mn-ea"/>
          <a:cs typeface="+mn-cs"/>
        </a:defRPr>
      </a:lvl7pPr>
      <a:lvl8pPr marL="1836983" indent="-122465" algn="l" defTabSz="489862" rtl="0" eaLnBrk="1" latinLnBrk="0" hangingPunct="1">
        <a:lnSpc>
          <a:spcPct val="90000"/>
        </a:lnSpc>
        <a:spcBef>
          <a:spcPts val="268"/>
        </a:spcBef>
        <a:buFont typeface="Arial" panose="020B0604020202020204" pitchFamily="34" charset="0"/>
        <a:buChar char="•"/>
        <a:defRPr sz="964" kern="1200">
          <a:solidFill>
            <a:schemeClr val="tx1"/>
          </a:solidFill>
          <a:latin typeface="+mn-lt"/>
          <a:ea typeface="+mn-ea"/>
          <a:cs typeface="+mn-cs"/>
        </a:defRPr>
      </a:lvl8pPr>
      <a:lvl9pPr marL="2081915" indent="-122465" algn="l" defTabSz="489862" rtl="0" eaLnBrk="1" latinLnBrk="0" hangingPunct="1">
        <a:lnSpc>
          <a:spcPct val="90000"/>
        </a:lnSpc>
        <a:spcBef>
          <a:spcPts val="268"/>
        </a:spcBef>
        <a:buFont typeface="Arial" panose="020B0604020202020204" pitchFamily="34" charset="0"/>
        <a:buChar char="•"/>
        <a:defRPr sz="964" kern="1200">
          <a:solidFill>
            <a:schemeClr val="tx1"/>
          </a:solidFill>
          <a:latin typeface="+mn-lt"/>
          <a:ea typeface="+mn-ea"/>
          <a:cs typeface="+mn-cs"/>
        </a:defRPr>
      </a:lvl9pPr>
    </p:bodyStyle>
    <p:otherStyle>
      <a:defPPr>
        <a:defRPr lang="en-US"/>
      </a:defPPr>
      <a:lvl1pPr marL="0" algn="l" defTabSz="489862" rtl="0" eaLnBrk="1" latinLnBrk="0" hangingPunct="1">
        <a:defRPr sz="964" kern="1200">
          <a:solidFill>
            <a:schemeClr val="tx1"/>
          </a:solidFill>
          <a:latin typeface="+mn-lt"/>
          <a:ea typeface="+mn-ea"/>
          <a:cs typeface="+mn-cs"/>
        </a:defRPr>
      </a:lvl1pPr>
      <a:lvl2pPr marL="244931" algn="l" defTabSz="489862" rtl="0" eaLnBrk="1" latinLnBrk="0" hangingPunct="1">
        <a:defRPr sz="964" kern="1200">
          <a:solidFill>
            <a:schemeClr val="tx1"/>
          </a:solidFill>
          <a:latin typeface="+mn-lt"/>
          <a:ea typeface="+mn-ea"/>
          <a:cs typeface="+mn-cs"/>
        </a:defRPr>
      </a:lvl2pPr>
      <a:lvl3pPr marL="489862" algn="l" defTabSz="489862" rtl="0" eaLnBrk="1" latinLnBrk="0" hangingPunct="1">
        <a:defRPr sz="964" kern="1200">
          <a:solidFill>
            <a:schemeClr val="tx1"/>
          </a:solidFill>
          <a:latin typeface="+mn-lt"/>
          <a:ea typeface="+mn-ea"/>
          <a:cs typeface="+mn-cs"/>
        </a:defRPr>
      </a:lvl3pPr>
      <a:lvl4pPr marL="734794" algn="l" defTabSz="489862" rtl="0" eaLnBrk="1" latinLnBrk="0" hangingPunct="1">
        <a:defRPr sz="964" kern="1200">
          <a:solidFill>
            <a:schemeClr val="tx1"/>
          </a:solidFill>
          <a:latin typeface="+mn-lt"/>
          <a:ea typeface="+mn-ea"/>
          <a:cs typeface="+mn-cs"/>
        </a:defRPr>
      </a:lvl4pPr>
      <a:lvl5pPr marL="979725" algn="l" defTabSz="489862" rtl="0" eaLnBrk="1" latinLnBrk="0" hangingPunct="1">
        <a:defRPr sz="964" kern="1200">
          <a:solidFill>
            <a:schemeClr val="tx1"/>
          </a:solidFill>
          <a:latin typeface="+mn-lt"/>
          <a:ea typeface="+mn-ea"/>
          <a:cs typeface="+mn-cs"/>
        </a:defRPr>
      </a:lvl5pPr>
      <a:lvl6pPr marL="1224656" algn="l" defTabSz="489862" rtl="0" eaLnBrk="1" latinLnBrk="0" hangingPunct="1">
        <a:defRPr sz="964" kern="1200">
          <a:solidFill>
            <a:schemeClr val="tx1"/>
          </a:solidFill>
          <a:latin typeface="+mn-lt"/>
          <a:ea typeface="+mn-ea"/>
          <a:cs typeface="+mn-cs"/>
        </a:defRPr>
      </a:lvl6pPr>
      <a:lvl7pPr marL="1469587" algn="l" defTabSz="489862" rtl="0" eaLnBrk="1" latinLnBrk="0" hangingPunct="1">
        <a:defRPr sz="964" kern="1200">
          <a:solidFill>
            <a:schemeClr val="tx1"/>
          </a:solidFill>
          <a:latin typeface="+mn-lt"/>
          <a:ea typeface="+mn-ea"/>
          <a:cs typeface="+mn-cs"/>
        </a:defRPr>
      </a:lvl7pPr>
      <a:lvl8pPr marL="1714518" algn="l" defTabSz="489862" rtl="0" eaLnBrk="1" latinLnBrk="0" hangingPunct="1">
        <a:defRPr sz="964" kern="1200">
          <a:solidFill>
            <a:schemeClr val="tx1"/>
          </a:solidFill>
          <a:latin typeface="+mn-lt"/>
          <a:ea typeface="+mn-ea"/>
          <a:cs typeface="+mn-cs"/>
        </a:defRPr>
      </a:lvl8pPr>
      <a:lvl9pPr marL="1959450" algn="l" defTabSz="489862" rtl="0" eaLnBrk="1" latinLnBrk="0" hangingPunct="1">
        <a:defRPr sz="964"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88" userDrawn="1">
          <p15:clr>
            <a:srgbClr val="F26B43"/>
          </p15:clr>
        </p15:guide>
        <p15:guide id="2" pos="192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emf"/><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1995CCC-3D8F-53B6-A18E-36FF54447F1C}"/>
              </a:ext>
            </a:extLst>
          </p:cNvPr>
          <p:cNvSpPr>
            <a:spLocks noGrp="1"/>
          </p:cNvSpPr>
          <p:nvPr>
            <p:ph type="body" sz="quarter" idx="10"/>
          </p:nvPr>
        </p:nvSpPr>
        <p:spPr>
          <a:xfrm>
            <a:off x="582613" y="1850027"/>
            <a:ext cx="11026775" cy="2749960"/>
          </a:xfrm>
        </p:spPr>
        <p:txBody>
          <a:bodyPr anchor="ctr">
            <a:normAutofit/>
          </a:bodyPr>
          <a:lstStyle/>
          <a:p>
            <a:pPr algn="ctr">
              <a:lnSpc>
                <a:spcPct val="100000"/>
              </a:lnSpc>
            </a:pPr>
            <a:r>
              <a:rPr lang="en-US" dirty="0"/>
              <a:t>Cachexia Study: Kumar 2025.1</a:t>
            </a:r>
            <a:endParaRPr lang="en-US" sz="7200" dirty="0"/>
          </a:p>
        </p:txBody>
      </p:sp>
      <p:sp>
        <p:nvSpPr>
          <p:cNvPr id="5" name="Text Placeholder 4">
            <a:extLst>
              <a:ext uri="{FF2B5EF4-FFF2-40B4-BE49-F238E27FC236}">
                <a16:creationId xmlns:a16="http://schemas.microsoft.com/office/drawing/2014/main" id="{79531D24-EAD0-7BD8-DF0A-D3C8DE3508AE}"/>
              </a:ext>
            </a:extLst>
          </p:cNvPr>
          <p:cNvSpPr>
            <a:spLocks noGrp="1"/>
          </p:cNvSpPr>
          <p:nvPr>
            <p:ph type="body" sz="quarter" idx="11"/>
          </p:nvPr>
        </p:nvSpPr>
        <p:spPr>
          <a:xfrm>
            <a:off x="1825959" y="4599987"/>
            <a:ext cx="8540083" cy="658627"/>
          </a:xfrm>
        </p:spPr>
        <p:txBody>
          <a:bodyPr>
            <a:normAutofit/>
          </a:bodyPr>
          <a:lstStyle/>
          <a:p>
            <a:r>
              <a:rPr lang="en-US" dirty="0"/>
              <a:t>Muneer G. Hasham, Ph.D., Service Lead, XLIS</a:t>
            </a:r>
          </a:p>
          <a:p>
            <a:endParaRPr lang="en-US" dirty="0"/>
          </a:p>
        </p:txBody>
      </p:sp>
    </p:spTree>
    <p:extLst>
      <p:ext uri="{BB962C8B-B14F-4D97-AF65-F5344CB8AC3E}">
        <p14:creationId xmlns:p14="http://schemas.microsoft.com/office/powerpoint/2010/main" val="18262196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65EB5F1-6B0E-9408-7A96-0766ACDA0FC2}"/>
              </a:ext>
            </a:extLst>
          </p:cNvPr>
          <p:cNvSpPr>
            <a:spLocks noGrp="1"/>
          </p:cNvSpPr>
          <p:nvPr>
            <p:ph type="body" sz="quarter" idx="14"/>
          </p:nvPr>
        </p:nvSpPr>
        <p:spPr>
          <a:xfrm>
            <a:off x="325069" y="560917"/>
            <a:ext cx="11172272" cy="926239"/>
          </a:xfrm>
        </p:spPr>
        <p:txBody>
          <a:bodyPr/>
          <a:lstStyle/>
          <a:p>
            <a:r>
              <a:rPr lang="en-US" b="1" dirty="0"/>
              <a:t>Experimental Design</a:t>
            </a:r>
          </a:p>
        </p:txBody>
      </p:sp>
      <p:sp>
        <p:nvSpPr>
          <p:cNvPr id="4" name="TextBox 3">
            <a:extLst>
              <a:ext uri="{FF2B5EF4-FFF2-40B4-BE49-F238E27FC236}">
                <a16:creationId xmlns:a16="http://schemas.microsoft.com/office/drawing/2014/main" id="{147528D2-873F-666A-5D36-CB4F15CEE167}"/>
              </a:ext>
            </a:extLst>
          </p:cNvPr>
          <p:cNvSpPr txBox="1"/>
          <p:nvPr/>
        </p:nvSpPr>
        <p:spPr>
          <a:xfrm>
            <a:off x="325069" y="1487156"/>
            <a:ext cx="11541862" cy="2985433"/>
          </a:xfrm>
          <a:prstGeom prst="rect">
            <a:avLst/>
          </a:prstGeom>
          <a:noFill/>
        </p:spPr>
        <p:txBody>
          <a:bodyPr wrap="square">
            <a:spAutoFit/>
          </a:bodyPr>
          <a:lstStyle/>
          <a:p>
            <a:pPr>
              <a:spcAft>
                <a:spcPts val="750"/>
              </a:spcAft>
              <a:buFont typeface="Arial" panose="020B0604020202020204" pitchFamily="34" charset="0"/>
              <a:buChar char="•"/>
            </a:pPr>
            <a:r>
              <a:rPr lang="en-US" sz="2400" b="0" i="0" dirty="0">
                <a:effectLst/>
                <a:latin typeface="SourceSans3"/>
              </a:rPr>
              <a:t> The experiment was designed as per the agreed SOW with the exception of:</a:t>
            </a:r>
          </a:p>
          <a:p>
            <a:pPr lvl="1">
              <a:spcAft>
                <a:spcPts val="750"/>
              </a:spcAft>
              <a:buFont typeface="Arial" panose="020B0604020202020204" pitchFamily="34" charset="0"/>
              <a:buChar char="•"/>
            </a:pPr>
            <a:r>
              <a:rPr lang="en-US" sz="2400" b="0" i="0" dirty="0">
                <a:effectLst/>
                <a:latin typeface="SourceSans3"/>
              </a:rPr>
              <a:t> The mice were not housed with XLIS </a:t>
            </a:r>
            <a:r>
              <a:rPr lang="en-US" sz="2400" dirty="0">
                <a:latin typeface="SourceSans3"/>
              </a:rPr>
              <a:t>after the graft but sent directly to the Envision cages. The reason for this deviation was to allow the Envision system to obtain as much as data possible before the mice succumb to illness.</a:t>
            </a:r>
          </a:p>
          <a:p>
            <a:pPr lvl="1">
              <a:spcAft>
                <a:spcPts val="750"/>
              </a:spcAft>
              <a:buFont typeface="Arial" panose="020B0604020202020204" pitchFamily="34" charset="0"/>
              <a:buChar char="•"/>
            </a:pPr>
            <a:r>
              <a:rPr lang="en-US" sz="2400" b="0" i="0" dirty="0">
                <a:effectLst/>
                <a:latin typeface="SourceSans3"/>
              </a:rPr>
              <a:t>More mice were obtained from the breeding, therefore the Vehicle group (saline) was increased by 8 mice, to improve the power.</a:t>
            </a:r>
          </a:p>
          <a:p>
            <a:pPr lvl="1">
              <a:spcAft>
                <a:spcPts val="750"/>
              </a:spcAft>
              <a:buFont typeface="Arial" panose="020B0604020202020204" pitchFamily="34" charset="0"/>
              <a:buChar char="•"/>
            </a:pPr>
            <a:endParaRPr lang="en-US" sz="2400" b="0" i="0" dirty="0">
              <a:effectLst/>
              <a:latin typeface="SourceSans3"/>
            </a:endParaRPr>
          </a:p>
        </p:txBody>
      </p:sp>
    </p:spTree>
    <p:extLst>
      <p:ext uri="{BB962C8B-B14F-4D97-AF65-F5344CB8AC3E}">
        <p14:creationId xmlns:p14="http://schemas.microsoft.com/office/powerpoint/2010/main" val="4662854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867E41E-9DA1-1018-CB20-D843B1271358}"/>
              </a:ext>
            </a:extLst>
          </p:cNvPr>
          <p:cNvPicPr>
            <a:picLocks noChangeAspect="1"/>
          </p:cNvPicPr>
          <p:nvPr/>
        </p:nvPicPr>
        <p:blipFill>
          <a:blip r:embed="rId2"/>
          <a:stretch>
            <a:fillRect/>
          </a:stretch>
        </p:blipFill>
        <p:spPr>
          <a:xfrm>
            <a:off x="325069" y="1696634"/>
            <a:ext cx="11677220" cy="3713566"/>
          </a:xfrm>
          <a:prstGeom prst="rect">
            <a:avLst/>
          </a:prstGeom>
        </p:spPr>
      </p:pic>
      <p:sp>
        <p:nvSpPr>
          <p:cNvPr id="5" name="Text Placeholder 1">
            <a:extLst>
              <a:ext uri="{FF2B5EF4-FFF2-40B4-BE49-F238E27FC236}">
                <a16:creationId xmlns:a16="http://schemas.microsoft.com/office/drawing/2014/main" id="{8B63D445-E322-7715-C7B8-8C1967244057}"/>
              </a:ext>
            </a:extLst>
          </p:cNvPr>
          <p:cNvSpPr>
            <a:spLocks noGrp="1"/>
          </p:cNvSpPr>
          <p:nvPr>
            <p:ph type="body" sz="quarter" idx="14"/>
          </p:nvPr>
        </p:nvSpPr>
        <p:spPr>
          <a:xfrm>
            <a:off x="325069" y="560917"/>
            <a:ext cx="11172272" cy="926239"/>
          </a:xfrm>
        </p:spPr>
        <p:txBody>
          <a:bodyPr/>
          <a:lstStyle/>
          <a:p>
            <a:r>
              <a:rPr lang="en-US" b="1" dirty="0"/>
              <a:t>Cage Distribution and the CD2F1 mice origin</a:t>
            </a:r>
          </a:p>
        </p:txBody>
      </p:sp>
    </p:spTree>
    <p:extLst>
      <p:ext uri="{BB962C8B-B14F-4D97-AF65-F5344CB8AC3E}">
        <p14:creationId xmlns:p14="http://schemas.microsoft.com/office/powerpoint/2010/main" val="37874118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3B32DD3-C2A7-0EB1-9C82-51178620EBAD}"/>
              </a:ext>
            </a:extLst>
          </p:cNvPr>
          <p:cNvSpPr txBox="1"/>
          <p:nvPr/>
        </p:nvSpPr>
        <p:spPr>
          <a:xfrm>
            <a:off x="527825" y="371707"/>
            <a:ext cx="1714444" cy="707886"/>
          </a:xfrm>
          <a:prstGeom prst="rect">
            <a:avLst/>
          </a:prstGeom>
          <a:noFill/>
        </p:spPr>
        <p:txBody>
          <a:bodyPr wrap="none" rtlCol="0">
            <a:spAutoFit/>
          </a:bodyPr>
          <a:lstStyle/>
          <a:p>
            <a:r>
              <a:rPr lang="en-US" sz="4000" b="1" dirty="0"/>
              <a:t>Results</a:t>
            </a:r>
          </a:p>
        </p:txBody>
      </p:sp>
      <p:sp>
        <p:nvSpPr>
          <p:cNvPr id="3" name="TextBox 2">
            <a:extLst>
              <a:ext uri="{FF2B5EF4-FFF2-40B4-BE49-F238E27FC236}">
                <a16:creationId xmlns:a16="http://schemas.microsoft.com/office/drawing/2014/main" id="{1BE6A821-B8C0-0D85-B240-5FC2AD3B4B1F}"/>
              </a:ext>
            </a:extLst>
          </p:cNvPr>
          <p:cNvSpPr txBox="1"/>
          <p:nvPr/>
        </p:nvSpPr>
        <p:spPr>
          <a:xfrm>
            <a:off x="325069" y="1487156"/>
            <a:ext cx="6209081" cy="5180905"/>
          </a:xfrm>
          <a:prstGeom prst="rect">
            <a:avLst/>
          </a:prstGeom>
          <a:noFill/>
        </p:spPr>
        <p:txBody>
          <a:bodyPr wrap="square">
            <a:spAutoFit/>
          </a:bodyPr>
          <a:lstStyle/>
          <a:p>
            <a:pPr>
              <a:spcAft>
                <a:spcPts val="750"/>
              </a:spcAft>
              <a:buFont typeface="Arial" panose="020B0604020202020204" pitchFamily="34" charset="0"/>
              <a:buChar char="•"/>
            </a:pPr>
            <a:r>
              <a:rPr lang="en-US" sz="2000" b="0" i="0" dirty="0">
                <a:effectLst/>
                <a:latin typeface="Source Sans Pro" panose="020B0503030403020204" pitchFamily="34" charset="0"/>
                <a:ea typeface="Source Sans Pro" panose="020B0503030403020204" pitchFamily="34" charset="0"/>
              </a:rPr>
              <a:t> The deliverable for this study were</a:t>
            </a:r>
            <a:r>
              <a:rPr lang="en-US" sz="2000" b="1" dirty="0">
                <a:latin typeface="Source Sans Pro" panose="020B0503030403020204" pitchFamily="34" charset="0"/>
                <a:ea typeface="Source Sans Pro" panose="020B0503030403020204" pitchFamily="34" charset="0"/>
              </a:rPr>
              <a:t>(a) 50 male mice: 40 with CT-26 tumors and 10 with Saline (b) excel sheet with mouse IDs, weights, BCS and tumor size (in weights) .</a:t>
            </a:r>
            <a:r>
              <a:rPr lang="en-US" sz="2000" dirty="0">
                <a:latin typeface="Source Sans Pro" panose="020B0503030403020204" pitchFamily="34" charset="0"/>
                <a:ea typeface="Source Sans Pro" panose="020B0503030403020204" pitchFamily="34" charset="0"/>
              </a:rPr>
              <a:t>  The excel sheet is submitted  with this report.</a:t>
            </a:r>
          </a:p>
          <a:p>
            <a:pPr>
              <a:spcAft>
                <a:spcPts val="750"/>
              </a:spcAft>
              <a:buFont typeface="Arial" panose="020B0604020202020204" pitchFamily="34" charset="0"/>
              <a:buChar char="•"/>
            </a:pPr>
            <a:r>
              <a:rPr lang="en-US" sz="2000" b="0" i="0" dirty="0">
                <a:effectLst/>
                <a:latin typeface="Source Sans Pro" panose="020B0503030403020204" pitchFamily="34" charset="0"/>
                <a:ea typeface="Source Sans Pro" panose="020B0503030403020204" pitchFamily="34" charset="0"/>
              </a:rPr>
              <a:t>In general, it takes two weeks to develop cachexia in these CD2F1 mice. In this study it took </a:t>
            </a:r>
            <a:r>
              <a:rPr lang="en-US" sz="2000" b="1" i="0" dirty="0">
                <a:effectLst/>
                <a:latin typeface="Source Sans Pro" panose="020B0503030403020204" pitchFamily="34" charset="0"/>
                <a:ea typeface="Source Sans Pro" panose="020B0503030403020204" pitchFamily="34" charset="0"/>
              </a:rPr>
              <a:t>three weeks </a:t>
            </a:r>
            <a:r>
              <a:rPr lang="en-US" sz="2000" b="0" i="0" dirty="0">
                <a:effectLst/>
                <a:latin typeface="Source Sans Pro" panose="020B0503030403020204" pitchFamily="34" charset="0"/>
                <a:ea typeface="Source Sans Pro" panose="020B0503030403020204" pitchFamily="34" charset="0"/>
              </a:rPr>
              <a:t>for the cachexia to appear and the mice succumbing to the disease (see Figure on the left). Mice were euthanized as they showed lowered BCS, weight, tumors &gt;2000mm</a:t>
            </a:r>
            <a:r>
              <a:rPr lang="en-US" sz="2000" b="0" i="0" baseline="30000" dirty="0">
                <a:effectLst/>
                <a:latin typeface="Source Sans Pro" panose="020B0503030403020204" pitchFamily="34" charset="0"/>
                <a:ea typeface="Source Sans Pro" panose="020B0503030403020204" pitchFamily="34" charset="0"/>
              </a:rPr>
              <a:t>3</a:t>
            </a:r>
            <a:r>
              <a:rPr lang="en-US" sz="2000" b="0" i="0" dirty="0">
                <a:effectLst/>
                <a:latin typeface="Source Sans Pro" panose="020B0503030403020204" pitchFamily="34" charset="0"/>
                <a:ea typeface="Source Sans Pro" panose="020B0503030403020204" pitchFamily="34" charset="0"/>
              </a:rPr>
              <a:t> or ill health.</a:t>
            </a:r>
          </a:p>
          <a:p>
            <a:pPr>
              <a:spcAft>
                <a:spcPts val="750"/>
              </a:spcAft>
              <a:buFont typeface="Arial" panose="020B0604020202020204" pitchFamily="34" charset="0"/>
              <a:buChar char="•"/>
            </a:pPr>
            <a:r>
              <a:rPr lang="en-US" sz="2000" dirty="0">
                <a:latin typeface="Source Sans Pro" panose="020B0503030403020204" pitchFamily="34" charset="0"/>
                <a:ea typeface="Source Sans Pro" panose="020B0503030403020204" pitchFamily="34" charset="0"/>
              </a:rPr>
              <a:t>Three out of the 40 mice survived to day 30 and did not lose weight, but they had lowered body condition score (see next slide).</a:t>
            </a:r>
          </a:p>
          <a:p>
            <a:pPr>
              <a:spcAft>
                <a:spcPts val="750"/>
              </a:spcAft>
              <a:buFont typeface="Arial" panose="020B0604020202020204" pitchFamily="34" charset="0"/>
              <a:buChar char="•"/>
            </a:pPr>
            <a:r>
              <a:rPr lang="en-US" sz="2000" b="0" i="0" dirty="0">
                <a:effectLst/>
                <a:latin typeface="Source Sans Pro" panose="020B0503030403020204" pitchFamily="34" charset="0"/>
                <a:ea typeface="Source Sans Pro" panose="020B0503030403020204" pitchFamily="34" charset="0"/>
              </a:rPr>
              <a:t>Details of the study are within the attached excel sheet.</a:t>
            </a:r>
          </a:p>
          <a:p>
            <a:pPr lvl="1">
              <a:spcAft>
                <a:spcPts val="750"/>
              </a:spcAft>
              <a:buFont typeface="Arial" panose="020B0604020202020204" pitchFamily="34" charset="0"/>
              <a:buChar char="•"/>
            </a:pPr>
            <a:endParaRPr lang="en-US" sz="2400" b="0" i="0" dirty="0">
              <a:effectLst/>
              <a:latin typeface="SourceSans3"/>
            </a:endParaRPr>
          </a:p>
        </p:txBody>
      </p:sp>
      <p:pic>
        <p:nvPicPr>
          <p:cNvPr id="2" name="Picture 1">
            <a:extLst>
              <a:ext uri="{FF2B5EF4-FFF2-40B4-BE49-F238E27FC236}">
                <a16:creationId xmlns:a16="http://schemas.microsoft.com/office/drawing/2014/main" id="{71ADF322-E2AD-AFB6-A797-40B61FE1BD09}"/>
              </a:ext>
            </a:extLst>
          </p:cNvPr>
          <p:cNvPicPr>
            <a:picLocks noChangeAspect="1"/>
          </p:cNvPicPr>
          <p:nvPr/>
        </p:nvPicPr>
        <p:blipFill>
          <a:blip r:embed="rId2"/>
          <a:stretch>
            <a:fillRect/>
          </a:stretch>
        </p:blipFill>
        <p:spPr>
          <a:xfrm>
            <a:off x="6475837" y="1079593"/>
            <a:ext cx="5716163" cy="5219607"/>
          </a:xfrm>
          <a:prstGeom prst="rect">
            <a:avLst/>
          </a:prstGeom>
        </p:spPr>
      </p:pic>
    </p:spTree>
    <p:extLst>
      <p:ext uri="{BB962C8B-B14F-4D97-AF65-F5344CB8AC3E}">
        <p14:creationId xmlns:p14="http://schemas.microsoft.com/office/powerpoint/2010/main" val="18552311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602D02B-8076-DE23-DA94-4814478D0D0B}"/>
              </a:ext>
            </a:extLst>
          </p:cNvPr>
          <p:cNvSpPr>
            <a:spLocks noGrp="1"/>
          </p:cNvSpPr>
          <p:nvPr>
            <p:ph type="body" sz="quarter" idx="10"/>
          </p:nvPr>
        </p:nvSpPr>
        <p:spPr/>
        <p:txBody>
          <a:bodyPr>
            <a:normAutofit fontScale="85000" lnSpcReduction="10000"/>
          </a:bodyPr>
          <a:lstStyle/>
          <a:p>
            <a:r>
              <a:rPr lang="en-US" dirty="0"/>
              <a:t>Body condition Score and Weight Changes</a:t>
            </a:r>
          </a:p>
        </p:txBody>
      </p:sp>
      <p:pic>
        <p:nvPicPr>
          <p:cNvPr id="4" name="Picture 3">
            <a:extLst>
              <a:ext uri="{FF2B5EF4-FFF2-40B4-BE49-F238E27FC236}">
                <a16:creationId xmlns:a16="http://schemas.microsoft.com/office/drawing/2014/main" id="{EF53D0A9-A2EB-01F9-9707-8F22EBE736A4}"/>
              </a:ext>
            </a:extLst>
          </p:cNvPr>
          <p:cNvPicPr>
            <a:picLocks noChangeAspect="1"/>
          </p:cNvPicPr>
          <p:nvPr/>
        </p:nvPicPr>
        <p:blipFill>
          <a:blip r:embed="rId2"/>
          <a:stretch>
            <a:fillRect/>
          </a:stretch>
        </p:blipFill>
        <p:spPr>
          <a:xfrm>
            <a:off x="437769" y="1008736"/>
            <a:ext cx="5613784" cy="5849263"/>
          </a:xfrm>
          <a:prstGeom prst="rect">
            <a:avLst/>
          </a:prstGeom>
        </p:spPr>
      </p:pic>
      <p:pic>
        <p:nvPicPr>
          <p:cNvPr id="5" name="Picture 4">
            <a:extLst>
              <a:ext uri="{FF2B5EF4-FFF2-40B4-BE49-F238E27FC236}">
                <a16:creationId xmlns:a16="http://schemas.microsoft.com/office/drawing/2014/main" id="{56B02C02-31FC-314C-DB9A-E2FC99A25517}"/>
              </a:ext>
            </a:extLst>
          </p:cNvPr>
          <p:cNvPicPr>
            <a:picLocks noChangeAspect="1"/>
          </p:cNvPicPr>
          <p:nvPr/>
        </p:nvPicPr>
        <p:blipFill>
          <a:blip r:embed="rId3"/>
          <a:stretch>
            <a:fillRect/>
          </a:stretch>
        </p:blipFill>
        <p:spPr>
          <a:xfrm>
            <a:off x="6096000" y="1071992"/>
            <a:ext cx="5578354" cy="5786008"/>
          </a:xfrm>
          <a:prstGeom prst="rect">
            <a:avLst/>
          </a:prstGeom>
        </p:spPr>
      </p:pic>
    </p:spTree>
    <p:extLst>
      <p:ext uri="{BB962C8B-B14F-4D97-AF65-F5344CB8AC3E}">
        <p14:creationId xmlns:p14="http://schemas.microsoft.com/office/powerpoint/2010/main" val="10853113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A571B8E-DBA2-FFA2-8C91-09D2F64D9B74}"/>
              </a:ext>
            </a:extLst>
          </p:cNvPr>
          <p:cNvSpPr>
            <a:spLocks noGrp="1"/>
          </p:cNvSpPr>
          <p:nvPr>
            <p:ph type="body" sz="quarter" idx="10"/>
          </p:nvPr>
        </p:nvSpPr>
        <p:spPr/>
        <p:txBody>
          <a:bodyPr>
            <a:normAutofit fontScale="92500" lnSpcReduction="10000"/>
          </a:bodyPr>
          <a:lstStyle/>
          <a:p>
            <a:r>
              <a:rPr lang="en-US" dirty="0"/>
              <a:t>Correlations</a:t>
            </a:r>
          </a:p>
        </p:txBody>
      </p:sp>
      <p:pic>
        <p:nvPicPr>
          <p:cNvPr id="4" name="Picture 3">
            <a:extLst>
              <a:ext uri="{FF2B5EF4-FFF2-40B4-BE49-F238E27FC236}">
                <a16:creationId xmlns:a16="http://schemas.microsoft.com/office/drawing/2014/main" id="{B153D6EF-2D7D-CE70-90D4-E45A67CB1FD8}"/>
              </a:ext>
            </a:extLst>
          </p:cNvPr>
          <p:cNvPicPr>
            <a:picLocks noChangeAspect="1"/>
          </p:cNvPicPr>
          <p:nvPr/>
        </p:nvPicPr>
        <p:blipFill>
          <a:blip r:embed="rId2"/>
          <a:stretch>
            <a:fillRect/>
          </a:stretch>
        </p:blipFill>
        <p:spPr>
          <a:xfrm>
            <a:off x="1524000" y="967706"/>
            <a:ext cx="5181600" cy="4633726"/>
          </a:xfrm>
          <a:prstGeom prst="rect">
            <a:avLst/>
          </a:prstGeom>
        </p:spPr>
      </p:pic>
      <p:pic>
        <p:nvPicPr>
          <p:cNvPr id="10" name="Picture 9" descr="A screenshot of a graph&#10;&#10;AI-generated content may be incorrect.">
            <a:extLst>
              <a:ext uri="{FF2B5EF4-FFF2-40B4-BE49-F238E27FC236}">
                <a16:creationId xmlns:a16="http://schemas.microsoft.com/office/drawing/2014/main" id="{F4B8A30D-179D-88E4-B35A-EF5CAA9C37CB}"/>
              </a:ext>
            </a:extLst>
          </p:cNvPr>
          <p:cNvPicPr>
            <a:picLocks noChangeAspect="1"/>
          </p:cNvPicPr>
          <p:nvPr/>
        </p:nvPicPr>
        <p:blipFill>
          <a:blip r:embed="rId3"/>
          <a:stretch>
            <a:fillRect/>
          </a:stretch>
        </p:blipFill>
        <p:spPr>
          <a:xfrm>
            <a:off x="7658100" y="270471"/>
            <a:ext cx="3870845" cy="5121425"/>
          </a:xfrm>
          <a:prstGeom prst="rect">
            <a:avLst/>
          </a:prstGeom>
        </p:spPr>
      </p:pic>
      <p:sp>
        <p:nvSpPr>
          <p:cNvPr id="11" name="TextBox 10">
            <a:extLst>
              <a:ext uri="{FF2B5EF4-FFF2-40B4-BE49-F238E27FC236}">
                <a16:creationId xmlns:a16="http://schemas.microsoft.com/office/drawing/2014/main" id="{327F485D-EFC6-DC1C-8854-0E1324DEDA30}"/>
              </a:ext>
            </a:extLst>
          </p:cNvPr>
          <p:cNvSpPr txBox="1"/>
          <p:nvPr/>
        </p:nvSpPr>
        <p:spPr>
          <a:xfrm>
            <a:off x="466725" y="5664199"/>
            <a:ext cx="11438305" cy="923330"/>
          </a:xfrm>
          <a:prstGeom prst="rect">
            <a:avLst/>
          </a:prstGeom>
          <a:noFill/>
        </p:spPr>
        <p:txBody>
          <a:bodyPr wrap="square" rtlCol="0">
            <a:spAutoFit/>
          </a:bodyPr>
          <a:lstStyle/>
          <a:p>
            <a:r>
              <a:rPr lang="en-US" dirty="0"/>
              <a:t>There is a significant correlation (P&lt;0.0001) between </a:t>
            </a:r>
            <a:r>
              <a:rPr lang="en-US" u="sng" dirty="0"/>
              <a:t>observed</a:t>
            </a:r>
            <a:r>
              <a:rPr lang="en-US" dirty="0"/>
              <a:t> BCS and change in weight (blue dots), but not tumor size (purple triangles) (P=0.3363). This is partly due to metastasis that occurs in mice (see notes in excel sheet)and therefore, the caliper measurements may not reflect the full tumor load.</a:t>
            </a:r>
          </a:p>
        </p:txBody>
      </p:sp>
    </p:spTree>
    <p:extLst>
      <p:ext uri="{BB962C8B-B14F-4D97-AF65-F5344CB8AC3E}">
        <p14:creationId xmlns:p14="http://schemas.microsoft.com/office/powerpoint/2010/main" val="31125336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6686FD9-1ADF-FBCE-6C8A-A2CA984A2D9D}"/>
              </a:ext>
            </a:extLst>
          </p:cNvPr>
          <p:cNvSpPr>
            <a:spLocks noGrp="1"/>
          </p:cNvSpPr>
          <p:nvPr>
            <p:ph type="body" sz="quarter" idx="10"/>
          </p:nvPr>
        </p:nvSpPr>
        <p:spPr/>
        <p:txBody>
          <a:bodyPr>
            <a:normAutofit fontScale="92500" lnSpcReduction="10000"/>
          </a:bodyPr>
          <a:lstStyle/>
          <a:p>
            <a:r>
              <a:rPr lang="en-US" dirty="0"/>
              <a:t>Conclusions and next steps</a:t>
            </a:r>
          </a:p>
        </p:txBody>
      </p:sp>
      <p:sp>
        <p:nvSpPr>
          <p:cNvPr id="4" name="TextBox 3">
            <a:extLst>
              <a:ext uri="{FF2B5EF4-FFF2-40B4-BE49-F238E27FC236}">
                <a16:creationId xmlns:a16="http://schemas.microsoft.com/office/drawing/2014/main" id="{A9AE54CC-11E1-0523-7A90-2A85818A0549}"/>
              </a:ext>
            </a:extLst>
          </p:cNvPr>
          <p:cNvSpPr txBox="1"/>
          <p:nvPr/>
        </p:nvSpPr>
        <p:spPr>
          <a:xfrm>
            <a:off x="325069" y="1487156"/>
            <a:ext cx="6209081" cy="4257576"/>
          </a:xfrm>
          <a:prstGeom prst="rect">
            <a:avLst/>
          </a:prstGeom>
          <a:noFill/>
        </p:spPr>
        <p:txBody>
          <a:bodyPr wrap="square">
            <a:spAutoFit/>
          </a:bodyPr>
          <a:lstStyle/>
          <a:p>
            <a:pPr>
              <a:spcAft>
                <a:spcPts val="750"/>
              </a:spcAft>
              <a:buFont typeface="Arial" panose="020B0604020202020204" pitchFamily="34" charset="0"/>
              <a:buChar char="•"/>
            </a:pPr>
            <a:r>
              <a:rPr lang="en-US" sz="2000" b="0" i="0" dirty="0">
                <a:effectLst/>
                <a:latin typeface="Source Sans Pro" panose="020B0503030403020204" pitchFamily="34" charset="0"/>
                <a:ea typeface="Source Sans Pro" panose="020B0503030403020204" pitchFamily="34" charset="0"/>
              </a:rPr>
              <a:t> The study is complete and the data on Envision has been collected.</a:t>
            </a:r>
          </a:p>
          <a:p>
            <a:pPr>
              <a:spcAft>
                <a:spcPts val="750"/>
              </a:spcAft>
              <a:buFont typeface="Arial" panose="020B0604020202020204" pitchFamily="34" charset="0"/>
              <a:buChar char="•"/>
            </a:pPr>
            <a:r>
              <a:rPr lang="en-US" sz="2000" dirty="0">
                <a:latin typeface="Source Sans Pro" panose="020B0503030403020204" pitchFamily="34" charset="0"/>
                <a:ea typeface="Source Sans Pro" panose="020B0503030403020204" pitchFamily="34" charset="0"/>
              </a:rPr>
              <a:t>Attached with this report is the excel sheet that contains all the details for all the mice</a:t>
            </a:r>
          </a:p>
          <a:p>
            <a:pPr>
              <a:spcAft>
                <a:spcPts val="750"/>
              </a:spcAft>
              <a:buFont typeface="Arial" panose="020B0604020202020204" pitchFamily="34" charset="0"/>
              <a:buChar char="•"/>
            </a:pPr>
            <a:r>
              <a:rPr lang="en-US" sz="2000" b="0" i="0" dirty="0">
                <a:effectLst/>
                <a:latin typeface="Source Sans Pro" panose="020B0503030403020204" pitchFamily="34" charset="0"/>
                <a:ea typeface="Source Sans Pro" panose="020B0503030403020204" pitchFamily="34" charset="0"/>
              </a:rPr>
              <a:t>Tumors, that grew as per previous studies (see Figure) and Plasma was collected (at no cost).  </a:t>
            </a:r>
            <a:r>
              <a:rPr lang="en-US" sz="2000" dirty="0">
                <a:latin typeface="Source Sans Pro" panose="020B0503030403020204" pitchFamily="34" charset="0"/>
                <a:ea typeface="Source Sans Pro" panose="020B0503030403020204" pitchFamily="34" charset="0"/>
              </a:rPr>
              <a:t>The plasma can be tested for molecular markers to correlate the BCS and weight changes to a molecular mechanism. A portion of the tumors were frozen, and a portion was fixed in formalin.</a:t>
            </a:r>
          </a:p>
          <a:p>
            <a:pPr>
              <a:spcAft>
                <a:spcPts val="750"/>
              </a:spcAft>
              <a:buFont typeface="Arial" panose="020B0604020202020204" pitchFamily="34" charset="0"/>
              <a:buChar char="•"/>
            </a:pPr>
            <a:endParaRPr lang="en-US" sz="2000" b="0" i="0" dirty="0">
              <a:effectLst/>
              <a:latin typeface="Source Sans Pro" panose="020B0503030403020204" pitchFamily="34" charset="0"/>
              <a:ea typeface="Source Sans Pro" panose="020B0503030403020204" pitchFamily="34" charset="0"/>
            </a:endParaRPr>
          </a:p>
          <a:p>
            <a:pPr lvl="1">
              <a:spcAft>
                <a:spcPts val="750"/>
              </a:spcAft>
              <a:buFont typeface="Arial" panose="020B0604020202020204" pitchFamily="34" charset="0"/>
              <a:buChar char="•"/>
            </a:pPr>
            <a:endParaRPr lang="en-US" sz="2400" b="0" i="0" dirty="0">
              <a:effectLst/>
              <a:latin typeface="SourceSans3"/>
            </a:endParaRPr>
          </a:p>
        </p:txBody>
      </p:sp>
      <p:pic>
        <p:nvPicPr>
          <p:cNvPr id="5" name="Picture 4">
            <a:extLst>
              <a:ext uri="{FF2B5EF4-FFF2-40B4-BE49-F238E27FC236}">
                <a16:creationId xmlns:a16="http://schemas.microsoft.com/office/drawing/2014/main" id="{175EF189-34D5-5904-6BDB-3898BC399964}"/>
              </a:ext>
            </a:extLst>
          </p:cNvPr>
          <p:cNvPicPr>
            <a:picLocks noChangeAspect="1"/>
          </p:cNvPicPr>
          <p:nvPr/>
        </p:nvPicPr>
        <p:blipFill>
          <a:blip r:embed="rId2"/>
          <a:stretch>
            <a:fillRect/>
          </a:stretch>
        </p:blipFill>
        <p:spPr>
          <a:xfrm>
            <a:off x="6534150" y="920788"/>
            <a:ext cx="5248275" cy="5016423"/>
          </a:xfrm>
          <a:prstGeom prst="rect">
            <a:avLst/>
          </a:prstGeom>
        </p:spPr>
      </p:pic>
    </p:spTree>
    <p:extLst>
      <p:ext uri="{BB962C8B-B14F-4D97-AF65-F5344CB8AC3E}">
        <p14:creationId xmlns:p14="http://schemas.microsoft.com/office/powerpoint/2010/main" val="1189472291"/>
      </p:ext>
    </p:extLst>
  </p:cSld>
  <p:clrMapOvr>
    <a:masterClrMapping/>
  </p:clrMapOvr>
</p:sld>
</file>

<file path=ppt/theme/theme1.xml><?xml version="1.0" encoding="utf-8"?>
<a:theme xmlns:a="http://schemas.openxmlformats.org/drawingml/2006/main" name="Alternate 16x9 Title Slides">
  <a:themeElements>
    <a:clrScheme name="JAX Brand Colors 1">
      <a:dk1>
        <a:srgbClr val="000000"/>
      </a:dk1>
      <a:lt1>
        <a:srgbClr val="FFFFFF"/>
      </a:lt1>
      <a:dk2>
        <a:srgbClr val="333F48"/>
      </a:dk2>
      <a:lt2>
        <a:srgbClr val="E3E7E8"/>
      </a:lt2>
      <a:accent1>
        <a:srgbClr val="00A5DD"/>
      </a:accent1>
      <a:accent2>
        <a:srgbClr val="00317D"/>
      </a:accent2>
      <a:accent3>
        <a:srgbClr val="00B93D"/>
      </a:accent3>
      <a:accent4>
        <a:srgbClr val="FCC91A"/>
      </a:accent4>
      <a:accent5>
        <a:srgbClr val="FF9421"/>
      </a:accent5>
      <a:accent6>
        <a:srgbClr val="FF6E36"/>
      </a:accent6>
      <a:hlink>
        <a:srgbClr val="00A5DC"/>
      </a:hlink>
      <a:folHlink>
        <a:srgbClr val="DF009F"/>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564AD843-B147-EF41-8C63-F5DE51EDE691}" vid="{600694D8-A4ED-1549-8663-1A8E5FBFB1C1}"/>
    </a:ext>
  </a:extLst>
</a:theme>
</file>

<file path=ppt/theme/theme2.xml><?xml version="1.0" encoding="utf-8"?>
<a:theme xmlns:a="http://schemas.openxmlformats.org/drawingml/2006/main" name="16x9 Content Options">
  <a:themeElements>
    <a:clrScheme name="JAX Brand Colors 1">
      <a:dk1>
        <a:srgbClr val="000000"/>
      </a:dk1>
      <a:lt1>
        <a:srgbClr val="FFFFFF"/>
      </a:lt1>
      <a:dk2>
        <a:srgbClr val="333F48"/>
      </a:dk2>
      <a:lt2>
        <a:srgbClr val="E3E7E8"/>
      </a:lt2>
      <a:accent1>
        <a:srgbClr val="00A5DD"/>
      </a:accent1>
      <a:accent2>
        <a:srgbClr val="00317D"/>
      </a:accent2>
      <a:accent3>
        <a:srgbClr val="00B93D"/>
      </a:accent3>
      <a:accent4>
        <a:srgbClr val="FCC91A"/>
      </a:accent4>
      <a:accent5>
        <a:srgbClr val="FF9421"/>
      </a:accent5>
      <a:accent6>
        <a:srgbClr val="FF6E36"/>
      </a:accent6>
      <a:hlink>
        <a:srgbClr val="00A5DC"/>
      </a:hlink>
      <a:folHlink>
        <a:srgbClr val="DF009F"/>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564AD843-B147-EF41-8C63-F5DE51EDE691}" vid="{AED4CB8B-100E-414E-AEC9-AB532A13F2FB}"/>
    </a:ext>
  </a:extLst>
</a:theme>
</file>

<file path=ppt/theme/theme3.xml><?xml version="1.0" encoding="utf-8"?>
<a:theme xmlns:a="http://schemas.openxmlformats.org/drawingml/2006/main" name="JAXBrandTheme">
  <a:themeElements>
    <a:clrScheme name="JAX Brand Colors 1">
      <a:dk1>
        <a:srgbClr val="000000"/>
      </a:dk1>
      <a:lt1>
        <a:srgbClr val="FFFFFF"/>
      </a:lt1>
      <a:dk2>
        <a:srgbClr val="333F48"/>
      </a:dk2>
      <a:lt2>
        <a:srgbClr val="E3E7E8"/>
      </a:lt2>
      <a:accent1>
        <a:srgbClr val="00A5DD"/>
      </a:accent1>
      <a:accent2>
        <a:srgbClr val="00317D"/>
      </a:accent2>
      <a:accent3>
        <a:srgbClr val="00B93D"/>
      </a:accent3>
      <a:accent4>
        <a:srgbClr val="FCC91A"/>
      </a:accent4>
      <a:accent5>
        <a:srgbClr val="FF9421"/>
      </a:accent5>
      <a:accent6>
        <a:srgbClr val="FF6E36"/>
      </a:accent6>
      <a:hlink>
        <a:srgbClr val="00A5DC"/>
      </a:hlink>
      <a:folHlink>
        <a:srgbClr val="DF009F"/>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564AD843-B147-EF41-8C63-F5DE51EDE691}" vid="{35D70F25-3F6B-234F-8E3F-A60BC990234D}"/>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CC9FAB882532749AEEDB44041C8AC6A" ma:contentTypeVersion="4" ma:contentTypeDescription="Create a new document." ma:contentTypeScope="" ma:versionID="b1b4739c8f7264197e3d6e665f189128">
  <xsd:schema xmlns:xsd="http://www.w3.org/2001/XMLSchema" xmlns:xs="http://www.w3.org/2001/XMLSchema" xmlns:p="http://schemas.microsoft.com/office/2006/metadata/properties" xmlns:ns2="7092f3dc-9c61-414c-8231-3db98657efaf" targetNamespace="http://schemas.microsoft.com/office/2006/metadata/properties" ma:root="true" ma:fieldsID="023479d41f85e5d9aa1c9b57c0bfc884" ns2:_="">
    <xsd:import namespace="7092f3dc-9c61-414c-8231-3db98657efaf"/>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092f3dc-9c61-414c-8231-3db98657efa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E0862F0-6F4D-4D8D-B499-CE06F795B20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092f3dc-9c61-414c-8231-3db98657efa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92CF67B-E2E9-4209-BCCB-D94D6967B570}">
  <ds:schemaRefs>
    <ds:schemaRef ds:uri="46d234e1-776c-4c7d-8395-adcc008bf941"/>
    <ds:schemaRef ds:uri="http://purl.org/dc/dcmitype/"/>
    <ds:schemaRef ds:uri="http://purl.org/dc/terms/"/>
    <ds:schemaRef ds:uri="http://schemas.microsoft.com/office/2006/documentManagement/types"/>
    <ds:schemaRef ds:uri="http://schemas.microsoft.com/office/infopath/2007/PartnerControls"/>
    <ds:schemaRef ds:uri="http://schemas.microsoft.com/office/2006/metadata/properties"/>
    <ds:schemaRef ds:uri="http://purl.org/dc/elements/1.1/"/>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914BC7C9-932E-48BF-A829-E2B94F64141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Alternate 16x9 Title Slides</Template>
  <TotalTime>1561</TotalTime>
  <Words>426</Words>
  <Application>Microsoft Macintosh PowerPoint</Application>
  <PresentationFormat>Widescreen</PresentationFormat>
  <Paragraphs>19</Paragraphs>
  <Slides>7</Slides>
  <Notes>0</Notes>
  <HiddenSlides>0</HiddenSlides>
  <MMClips>0</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7</vt:i4>
      </vt:variant>
    </vt:vector>
  </HeadingPairs>
  <TitlesOfParts>
    <vt:vector size="14" baseType="lpstr">
      <vt:lpstr>Arial</vt:lpstr>
      <vt:lpstr>Source Sans Pro</vt:lpstr>
      <vt:lpstr>Source Sans Pro Light</vt:lpstr>
      <vt:lpstr>SourceSans3</vt:lpstr>
      <vt:lpstr>Alternate 16x9 Title Slides</vt:lpstr>
      <vt:lpstr>16x9 Content Options</vt:lpstr>
      <vt:lpstr>JAXBrandTheme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Muneer Hasham</dc:creator>
  <cp:lastModifiedBy>Muneer Hasham</cp:lastModifiedBy>
  <cp:revision>203</cp:revision>
  <dcterms:created xsi:type="dcterms:W3CDTF">2025-05-16T15:55:08Z</dcterms:created>
  <dcterms:modified xsi:type="dcterms:W3CDTF">2025-11-17T21:31:27Z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0x0101007CC9FAB882532749AEEDB44041C8AC6A</vt:lpwstr>
  </property>
</Properties>
</file>